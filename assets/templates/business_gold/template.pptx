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99" r:id="rId2"/>
  </p:sldMasterIdLst>
  <p:notesMasterIdLst>
    <p:notesMasterId r:id="rId8"/>
  </p:notesMasterIdLst>
  <p:sldIdLst>
    <p:sldId id="6645400" r:id="rId3"/>
    <p:sldId id="257" r:id="rId4"/>
    <p:sldId id="258" r:id="rId5"/>
    <p:sldId id="16765492" r:id="rId6"/>
    <p:sldId id="16765497" r:id="rId17"/>
    <p:sldId id="16765498" r:id="rId18"/>
    <p:sldId id="16765499" r:id="rId19"/>
    <p:sldId id="16765500" r:id="rId20"/>
    <p:sldId id="16765501" r:id="rId21"/>
    <p:sldId id="16765502" r:id="rId22"/>
    <p:sldId id="16765503" r:id="rId23"/>
    <p:sldId id="16765504" r:id="rId24"/>
    <p:sldId id="16765505" r:id="rId25"/>
    <p:sldId id="16765506" r:id="rId26"/>
    <p:sldId id="16765507" r:id="rId27"/>
    <p:sldId id="16765508" r:id="rId28"/>
    <p:sldId id="16765509" r:id="rId29"/>
    <p:sldId id="16765510" r:id="rId30"/>
    <p:sldId id="16765511" r:id="rId31"/>
    <p:sldId id="16765512" r:id="rId32"/>
    <p:sldId id="16765513" r:id="rId33"/>
    <p:sldId id="16765514" r:id="rId34"/>
    <p:sldId id="16765515" r:id="rId35"/>
    <p:sldId id="16765516" r:id="rId36"/>
    <p:sldId id="16765517" r:id="rId37"/>
    <p:sldId id="16765518" r:id="rId38"/>
    <p:sldId id="16765519" r:id="rId39"/>
    <p:sldId id="16765520" r:id="rId40"/>
    <p:sldId id="16765521" r:id="rId41"/>
    <p:sldId id="16765522" r:id="rId42"/>
    <p:sldId id="16765523" r:id="rId43"/>
    <p:sldId id="16765524" r:id="rId44"/>
    <p:sldId id="16765525" r:id="rId45"/>
    <p:sldId id="16765526" r:id="rId46"/>
    <p:sldId id="16765527" r:id="rId47"/>
    <p:sldId id="16765528" r:id="rId48"/>
    <p:sldId id="16765529" r:id="rId49"/>
    <p:sldId id="16765530" r:id="rId50"/>
    <p:sldId id="16765531" r:id="rId51"/>
    <p:sldId id="16765532" r:id="rId52"/>
    <p:sldId id="16765533" r:id="rId53"/>
    <p:sldId id="16765534" r:id="rId54"/>
    <p:sldId id="16765493" r:id="rId13"/>
    <p:sldId id="16765494" r:id="rId14"/>
    <p:sldId id="16765495" r:id="rId15"/>
    <p:sldId id="16765496" r:id="rId16"/>
    <p:sldId id="1667070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4">
          <p15:clr>
            <a:srgbClr val="A4A3A4"/>
          </p15:clr>
        </p15:guide>
        <p15:guide id="2" pos="3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84"/>
    <p:restoredTop sz="96240"/>
  </p:normalViewPr>
  <p:slideViewPr>
    <p:cSldViewPr>
      <p:cViewPr>
        <p:scale>
          <a:sx n="75" d="100"/>
          <a:sy n="75" d="100"/>
        </p:scale>
        <p:origin x="1047" y="741"/>
      </p:cViewPr>
      <p:guideLst>
        <p:guide orient="horz" pos="1884"/>
        <p:guide pos="35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9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14BA5-1D0E-014B-8DBB-CFAC16781271}" type="datetimeFigureOut">
              <a:rPr kumimoji="1" lang="zh-CN" altLang="en-US" smtClean="0"/>
              <a:t>2026/4/2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9A003-DC6F-C549-A884-29065E0919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06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18E37-CD9A-EAF1-73CA-59C377F3C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28A991-3D8B-FC1B-380D-88EFCACF3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300F75-0CA1-AE80-D8A7-C4FBA52DB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AEA0B4-74EB-198E-31AB-BF8CBE933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A3A198-E260-4BAA-8AB9-6B8219AF47E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17765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image" Target="../media/image18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tags" Target="../tags/tag8.xml"/><Relationship Id="rId6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Relationship Id="rId5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emf"/><Relationship Id="rId3" Type="http://schemas.openxmlformats.org/officeDocument/2006/relationships/image" Target="../media/image2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microsoft.com/office/2007/relationships/hdphoto" Target="../media/hdphoto1.wdp"/><Relationship Id="rId4" Type="http://schemas.openxmlformats.org/officeDocument/2006/relationships/image" Target="../media/image20.emf"/><Relationship Id="rId5" Type="http://schemas.openxmlformats.org/officeDocument/2006/relationships/image" Target="../media/image2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image" Target="../media/image18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jpeg"/><Relationship Id="rId3" Type="http://schemas.openxmlformats.org/officeDocument/2006/relationships/image" Target="../media/image17.png"/><Relationship Id="rId4" Type="http://schemas.openxmlformats.org/officeDocument/2006/relationships/image" Target="../media/image1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VI\优华氏\赛意VI系统\PP模板1源文件(16比9)++1920x1080\背景图\图片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14625"/>
            <a:ext cx="12251465" cy="6891449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0" y="0"/>
            <a:ext cx="12240683" cy="6858000"/>
          </a:xfrm>
          <a:prstGeom prst="rect">
            <a:avLst/>
          </a:prstGeom>
          <a:solidFill>
            <a:schemeClr val="tx1">
              <a:alpha val="48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pic>
        <p:nvPicPr>
          <p:cNvPr id="4" name="图片 4" descr="封面元素-07底部1"/>
          <p:cNvPicPr>
            <a:picLocks noChangeAspect="1" noChangeArrowheads="1"/>
          </p:cNvPicPr>
          <p:nvPr/>
        </p:nvPicPr>
        <p:blipFill rotWithShape="1">
          <a:blip r:embed="rId3" cstate="screen"/>
          <a:srcRect t="-2"/>
          <a:stretch>
            <a:fillRect/>
          </a:stretch>
        </p:blipFill>
        <p:spPr bwMode="auto">
          <a:xfrm>
            <a:off x="-2117" y="5376597"/>
            <a:ext cx="12238765" cy="150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 descr="封面元素-01红圈"/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23392" y="4101075"/>
            <a:ext cx="2269528" cy="2269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副标题 4098"/>
          <p:cNvSpPr>
            <a:spLocks noGrp="1" noChangeArrowheads="1"/>
          </p:cNvSpPr>
          <p:nvPr/>
        </p:nvSpPr>
        <p:spPr bwMode="auto">
          <a:xfrm>
            <a:off x="515436" y="4677139"/>
            <a:ext cx="2581885" cy="6163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CN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360</a:t>
            </a:r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°</a:t>
            </a:r>
          </a:p>
        </p:txBody>
      </p:sp>
      <p:pic>
        <p:nvPicPr>
          <p:cNvPr id="7" name="图片 6" descr="封面元素-04  广告语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58117" y="5541235"/>
            <a:ext cx="1387595" cy="20006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9264352" y="261422"/>
            <a:ext cx="2597186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65" dirty="0">
                <a:solidFill>
                  <a:schemeClr val="bg1"/>
                </a:solidFill>
                <a:latin typeface="+mn-ea"/>
                <a:cs typeface="微软雅黑" panose="020B0503020204020204" pitchFamily="34" charset="-122"/>
              </a:rPr>
              <a:t>证券简称：赛意信息   证券代码：</a:t>
            </a:r>
            <a:r>
              <a:rPr kumimoji="1" lang="en-US" altLang="zh-CN" sz="1065" dirty="0">
                <a:solidFill>
                  <a:schemeClr val="bg1"/>
                </a:solidFill>
                <a:latin typeface="+mn-ea"/>
                <a:cs typeface="微软雅黑" panose="020B0503020204020204" pitchFamily="34" charset="-122"/>
              </a:rPr>
              <a:t>300687</a:t>
            </a:r>
            <a:endParaRPr kumimoji="1" lang="zh-CN" altLang="en-US" sz="1065" dirty="0">
              <a:solidFill>
                <a:schemeClr val="bg1"/>
              </a:solidFill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10" name="图片 9" descr="®LOGO源文件转曲组合-12.png">
            <a:extLst>
              <a:ext uri="{FF2B5EF4-FFF2-40B4-BE49-F238E27FC236}">
                <a16:creationId xmlns:a16="http://schemas.microsoft.com/office/drawing/2014/main" id="{AB6FFF58-F514-461A-DE21-62007407C4D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0" t="48823" r="3382" b="23933"/>
          <a:stretch/>
        </p:blipFill>
        <p:spPr>
          <a:xfrm>
            <a:off x="335360" y="260649"/>
            <a:ext cx="3552395" cy="46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9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:\VI\优华氏\赛意VI系统\PP模板1源文件(16比9)++1920x1080\背景图\图片1.png"/>
          <p:cNvPicPr>
            <a:picLocks noChangeAspect="1" noChangeArrowheads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-20227" y="3236979"/>
            <a:ext cx="12212228" cy="3630696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15680" y="1205352"/>
            <a:ext cx="5814787" cy="27997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VI\优华氏\赛意VI系统\PP模板1源文件(16比9)++1920x1080\背景图\图片1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"/>
            <a:ext cx="12216641" cy="686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5126" descr="02 目录背景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031" y="4233"/>
            <a:ext cx="4086653" cy="686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5127" descr="03 分隔页 广告语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19" y="5469468"/>
            <a:ext cx="2582333" cy="96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5128" descr="02 目录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2" y="827619"/>
            <a:ext cx="3018367" cy="33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895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E:\VI\优华氏\赛意VI系统\PP模板1源文件(16比9)++1920x1080\背景图\图片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93" y="-12173"/>
            <a:ext cx="12213639" cy="687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2" descr="封底元素-2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468" y="5755219"/>
            <a:ext cx="2897717" cy="3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" descr="封底元素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835" y="2755902"/>
            <a:ext cx="5666317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3353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299845" y="95368"/>
            <a:ext cx="9648395" cy="4800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lang="zh-CN" altLang="en-US" sz="2400" b="1" spc="10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</a:lstStyle>
          <a:p>
            <a:pPr marL="0" marR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660" y="194234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/>
        </p:nvSpPr>
        <p:spPr>
          <a:xfrm>
            <a:off x="11424592" y="6515922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r>
              <a:rPr lang="en-US" altLang="zh-CN" sz="1335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/29</a:t>
            </a:r>
            <a:endParaRPr lang="zh-CN" altLang="en-US" sz="1335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8"/>
          <p:cNvCxnSpPr>
            <a:cxnSpLocks/>
          </p:cNvCxnSpPr>
          <p:nvPr/>
        </p:nvCxnSpPr>
        <p:spPr>
          <a:xfrm>
            <a:off x="202019" y="548680"/>
            <a:ext cx="10140641" cy="26741"/>
          </a:xfrm>
          <a:prstGeom prst="line">
            <a:avLst/>
          </a:prstGeom>
          <a:noFill/>
          <a:ln w="2540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6" name="直接连接符 27"/>
          <p:cNvCxnSpPr>
            <a:cxnSpLocks/>
          </p:cNvCxnSpPr>
          <p:nvPr/>
        </p:nvCxnSpPr>
        <p:spPr>
          <a:xfrm>
            <a:off x="5213184" y="511985"/>
            <a:ext cx="5129476" cy="4905"/>
          </a:xfrm>
          <a:prstGeom prst="line">
            <a:avLst/>
          </a:prstGeom>
          <a:noFill/>
          <a:ln w="25400" cap="rnd" cmpd="sng" algn="ctr">
            <a:gradFill flip="none" rotWithShape="1">
              <a:gsLst>
                <a:gs pos="0">
                  <a:srgbClr val="95A2A9">
                    <a:alpha val="0"/>
                  </a:srgbClr>
                </a:gs>
                <a:gs pos="100000">
                  <a:srgbClr val="95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3" name="直接连接符 136"/>
          <p:cNvCxnSpPr/>
          <p:nvPr/>
        </p:nvCxnSpPr>
        <p:spPr>
          <a:xfrm flipV="1">
            <a:off x="228600" y="184785"/>
            <a:ext cx="0" cy="332105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64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 userDrawn="1"/>
        </p:nvCxnSpPr>
        <p:spPr>
          <a:xfrm>
            <a:off x="2309" y="548680"/>
            <a:ext cx="10512000" cy="0"/>
          </a:xfrm>
          <a:prstGeom prst="line">
            <a:avLst/>
          </a:prstGeom>
          <a:ln w="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166248" y="36944"/>
            <a:ext cx="9648395" cy="480053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512" y="260648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 userDrawn="1"/>
        </p:nvSpPr>
        <p:spPr>
          <a:xfrm>
            <a:off x="11472597" y="6447631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335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811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准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3" y="293635"/>
            <a:ext cx="1224499" cy="32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35609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07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8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52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301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4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998766" y="6515069"/>
            <a:ext cx="2193236" cy="342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等腰三角形 3"/>
          <p:cNvSpPr/>
          <p:nvPr userDrawn="1"/>
        </p:nvSpPr>
        <p:spPr>
          <a:xfrm>
            <a:off x="9635137" y="6515069"/>
            <a:ext cx="364947" cy="34293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534663" y="6609023"/>
            <a:ext cx="1045643" cy="1554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112264" y="6602397"/>
            <a:ext cx="357165" cy="155435"/>
          </a:xfrm>
          <a:prstGeom prst="rect">
            <a:avLst/>
          </a:prstGeom>
        </p:spPr>
      </p:pic>
      <p:sp>
        <p:nvSpPr>
          <p:cNvPr id="14" name="灯片编号占位符 5"/>
          <p:cNvSpPr txBox="1"/>
          <p:nvPr/>
        </p:nvSpPr>
        <p:spPr>
          <a:xfrm>
            <a:off x="11685297" y="6548201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200" b="1" smtClean="0"/>
              <a:t>‹#›</a:t>
            </a:fld>
            <a:endParaRPr lang="zh-CN" altLang="en-US" sz="12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11552355" y="6471592"/>
            <a:ext cx="260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solidFill>
                  <a:schemeClr val="bg1"/>
                </a:solidFill>
              </a:rPr>
              <a:t>/</a:t>
            </a:r>
            <a:endParaRPr lang="zh-CN" altLang="en-US" sz="2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650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/>
          <p:nvPr userDrawn="1"/>
        </p:nvSpPr>
        <p:spPr>
          <a:xfrm>
            <a:off x="11683242" y="6492875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  <p:sp>
        <p:nvSpPr>
          <p:cNvPr id="11" name="灯片编号占位符 5"/>
          <p:cNvSpPr txBox="1"/>
          <p:nvPr userDrawn="1"/>
        </p:nvSpPr>
        <p:spPr>
          <a:xfrm>
            <a:off x="11683242" y="6492875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0344648" y="6532286"/>
            <a:ext cx="1847353" cy="369332"/>
            <a:chOff x="9636224" y="6407387"/>
            <a:chExt cx="2555776" cy="51096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36224" y="6417867"/>
              <a:ext cx="2555776" cy="44013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4" cstate="screen"/>
            <a:stretch>
              <a:fillRect/>
            </a:stretch>
          </p:blipFill>
          <p:spPr>
            <a:xfrm>
              <a:off x="10447727" y="6613882"/>
              <a:ext cx="864096" cy="12844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 cstate="screen"/>
            <a:stretch>
              <a:fillRect/>
            </a:stretch>
          </p:blipFill>
          <p:spPr>
            <a:xfrm>
              <a:off x="9868941" y="6499113"/>
              <a:ext cx="578786" cy="251880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 userDrawn="1"/>
          </p:nvSpPr>
          <p:spPr>
            <a:xfrm>
              <a:off x="11428806" y="6407387"/>
              <a:ext cx="344190" cy="510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00" dirty="0">
                  <a:solidFill>
                    <a:schemeClr val="bg1"/>
                  </a:solidFill>
                </a:rPr>
                <a:t>/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灯片编号占位符 5"/>
          <p:cNvSpPr txBox="1"/>
          <p:nvPr userDrawn="1"/>
        </p:nvSpPr>
        <p:spPr>
          <a:xfrm>
            <a:off x="11779887" y="6556067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12127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9567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318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fade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VI\优华氏\赛意VI系统\PP模板1源文件(16比9)++1920x1080\背景图\图片1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"/>
            <a:ext cx="12216641" cy="686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5126" descr="02 目录背景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031" y="4233"/>
            <a:ext cx="4086653" cy="686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5127" descr="03 分隔页 广告语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19" y="5469468"/>
            <a:ext cx="2582333" cy="96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5128" descr="02 目录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2" y="827619"/>
            <a:ext cx="3018367" cy="33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8046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 userDrawn="1"/>
        </p:nvCxnSpPr>
        <p:spPr>
          <a:xfrm>
            <a:off x="2309" y="548680"/>
            <a:ext cx="10512000" cy="0"/>
          </a:xfrm>
          <a:prstGeom prst="line">
            <a:avLst/>
          </a:prstGeom>
          <a:ln w="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166248" y="36944"/>
            <a:ext cx="9648395" cy="480053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512" y="260648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 userDrawn="1"/>
        </p:nvSpPr>
        <p:spPr>
          <a:xfrm>
            <a:off x="11472597" y="6447631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335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84682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55950" y="2690265"/>
            <a:ext cx="4080098" cy="507296"/>
          </a:xfrm>
        </p:spPr>
        <p:txBody>
          <a:bodyPr lIns="0" tIns="0" rIns="0" bIns="0"/>
          <a:lstStyle>
            <a:lvl1pPr>
              <a:defRPr sz="3175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4459" y="2308838"/>
            <a:ext cx="8203080" cy="1828800"/>
          </a:xfrm>
        </p:spPr>
        <p:txBody>
          <a:bodyPr lIns="0" tIns="0" rIns="0" bIns="0"/>
          <a:lstStyle>
            <a:lvl1pPr>
              <a:defRPr sz="109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52059" y="5905505"/>
            <a:ext cx="11320315" cy="181958"/>
          </a:xfrm>
        </p:spPr>
        <p:txBody>
          <a:bodyPr lIns="0" tIns="0" rIns="0" bIns="0"/>
          <a:lstStyle>
            <a:lvl1pPr>
              <a:defRPr sz="770" b="0" i="0">
                <a:solidFill>
                  <a:srgbClr val="898989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  <a:spcBef>
                <a:spcPts val="200"/>
              </a:spcBef>
              <a:tabLst>
                <a:tab pos="4815205" algn="l"/>
                <a:tab pos="5111115" algn="l"/>
                <a:tab pos="9915525" algn="l"/>
              </a:tabLst>
            </a:pPr>
            <a:r>
              <a:rPr u="heavy" spc="0" dirty="0">
                <a:uFill>
                  <a:solidFill>
                    <a:srgbClr val="00858E"/>
                  </a:solidFill>
                </a:uFill>
              </a:rPr>
              <a:t> 	</a:t>
            </a:r>
            <a:r>
              <a:rPr spc="0" dirty="0"/>
              <a:t>   </a:t>
            </a:r>
            <a:r>
              <a:rPr spc="-50" dirty="0"/>
              <a:t> </a:t>
            </a:r>
            <a:fld id="{81D60167-4931-47E6-BA6A-407CBD079E47}" type="slidenum">
              <a:rPr spc="80" dirty="0">
                <a:latin typeface="宋体" panose="02010600030101010101" pitchFamily="2" charset="-122"/>
                <a:cs typeface="宋体" panose="02010600030101010101" pitchFamily="2" charset="-122"/>
              </a:rPr>
              <a:t>‹#›</a:t>
            </a:fld>
            <a:r>
              <a:rPr spc="80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u="heavy" spc="85" dirty="0">
                <a:uFill>
                  <a:solidFill>
                    <a:srgbClr val="00858E"/>
                  </a:solidFill>
                </a:uFill>
              </a:rPr>
              <a:t> </a:t>
            </a:r>
            <a:r>
              <a:rPr u="heavy" spc="80" dirty="0">
                <a:uFill>
                  <a:solidFill>
                    <a:srgbClr val="00858E"/>
                  </a:solidFill>
                </a:u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47061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准封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2" y="293635"/>
            <a:ext cx="1224499" cy="327078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12271022" y="5655734"/>
            <a:ext cx="1347877" cy="1220986"/>
            <a:chOff x="12271022" y="5655734"/>
            <a:chExt cx="1347877" cy="1220986"/>
          </a:xfrm>
        </p:grpSpPr>
        <p:sp>
          <p:nvSpPr>
            <p:cNvPr id="6" name="矩形 5"/>
            <p:cNvSpPr/>
            <p:nvPr userDrawn="1"/>
          </p:nvSpPr>
          <p:spPr>
            <a:xfrm>
              <a:off x="12312439" y="5892800"/>
              <a:ext cx="1053605" cy="387477"/>
            </a:xfrm>
            <a:prstGeom prst="rect">
              <a:avLst/>
            </a:prstGeom>
            <a:solidFill>
              <a:srgbClr val="AD05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赛意红</a:t>
              </a:r>
              <a:endParaRPr kumimoji="1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RGB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173  5  61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十六进制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#</a:t>
              </a:r>
              <a:r>
                <a:rPr kumimoji="1" lang="en-GB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AD053D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文本框 8"/>
            <p:cNvSpPr txBox="1"/>
            <p:nvPr userDrawn="1"/>
          </p:nvSpPr>
          <p:spPr>
            <a:xfrm>
              <a:off x="12271022" y="565573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</a:t>
              </a:r>
            </a:p>
          </p:txBody>
        </p:sp>
        <p:sp>
          <p:nvSpPr>
            <p:cNvPr id="10" name="文本框 9"/>
            <p:cNvSpPr txBox="1"/>
            <p:nvPr userDrawn="1"/>
          </p:nvSpPr>
          <p:spPr>
            <a:xfrm>
              <a:off x="12277399" y="6313593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</a:t>
              </a: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12281673" y="6538166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微软雅黑或思源黑体</a:t>
              </a:r>
              <a:b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:Arial</a:t>
              </a:r>
              <a:endParaRPr kumimoji="1"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329706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2" y="293635"/>
            <a:ext cx="1224499" cy="327078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334963" y="2321662"/>
            <a:ext cx="1148556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8800" b="1" dirty="0">
                <a:solidFill>
                  <a:srgbClr val="AD053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THANKS</a:t>
            </a:r>
            <a:endParaRPr lang="zh-CN" altLang="en-US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34963" y="3643726"/>
            <a:ext cx="11485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spc="2000" dirty="0">
                <a:solidFill>
                  <a:srgbClr val="58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  <a:endParaRPr lang="zh-CN" altLang="en-US" sz="2800" spc="2000" dirty="0">
              <a:solidFill>
                <a:srgbClr val="585757"/>
              </a:solidFill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2271022" y="5655734"/>
            <a:ext cx="1347877" cy="1220986"/>
            <a:chOff x="12271022" y="5655734"/>
            <a:chExt cx="1347877" cy="1220986"/>
          </a:xfrm>
        </p:grpSpPr>
        <p:sp>
          <p:nvSpPr>
            <p:cNvPr id="3" name="矩形 2"/>
            <p:cNvSpPr/>
            <p:nvPr userDrawn="1"/>
          </p:nvSpPr>
          <p:spPr>
            <a:xfrm>
              <a:off x="12312439" y="5892800"/>
              <a:ext cx="1053605" cy="387477"/>
            </a:xfrm>
            <a:prstGeom prst="rect">
              <a:avLst/>
            </a:prstGeom>
            <a:solidFill>
              <a:srgbClr val="AD05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赛意红</a:t>
              </a:r>
              <a:endParaRPr kumimoji="1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RGB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173  5  61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十六进制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#</a:t>
              </a:r>
              <a:r>
                <a:rPr kumimoji="1" lang="en-GB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AD053D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文本框 4"/>
            <p:cNvSpPr txBox="1"/>
            <p:nvPr userDrawn="1"/>
          </p:nvSpPr>
          <p:spPr>
            <a:xfrm>
              <a:off x="12271022" y="565573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</a:t>
              </a:r>
            </a:p>
          </p:txBody>
        </p:sp>
        <p:sp>
          <p:nvSpPr>
            <p:cNvPr id="10" name="文本框 9"/>
            <p:cNvSpPr txBox="1"/>
            <p:nvPr userDrawn="1"/>
          </p:nvSpPr>
          <p:spPr>
            <a:xfrm>
              <a:off x="12277399" y="6313593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</a:t>
              </a: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12281673" y="6538166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微软雅黑或思源黑体</a:t>
              </a:r>
              <a:b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:Arial</a:t>
              </a:r>
              <a:endParaRPr kumimoji="1"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1388541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2291979" y="6505212"/>
            <a:ext cx="381663" cy="349857"/>
          </a:xfrm>
          <a:prstGeom prst="rect">
            <a:avLst/>
          </a:prstGeom>
          <a:solidFill>
            <a:srgbClr val="9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291979" y="6155355"/>
            <a:ext cx="381663" cy="349857"/>
          </a:xfrm>
          <a:prstGeom prst="rect">
            <a:avLst/>
          </a:prstGeom>
          <a:solidFill>
            <a:srgbClr val="B86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291979" y="5805498"/>
            <a:ext cx="381663" cy="349857"/>
          </a:xfrm>
          <a:prstGeom prst="rect">
            <a:avLst/>
          </a:prstGeom>
          <a:solidFill>
            <a:srgbClr val="D7A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291978" y="5455641"/>
            <a:ext cx="381663" cy="349857"/>
          </a:xfrm>
          <a:prstGeom prst="rect">
            <a:avLst/>
          </a:prstGeom>
          <a:solidFill>
            <a:srgbClr val="EF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291977" y="5105784"/>
            <a:ext cx="381663" cy="349857"/>
          </a:xfrm>
          <a:prstGeom prst="rect">
            <a:avLst/>
          </a:prstGeom>
          <a:solidFill>
            <a:srgbClr val="9AA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4" r:id="rId2"/>
    <p:sldLayoutId id="2147483659" r:id="rId3"/>
    <p:sldLayoutId id="2147483695" r:id="rId4"/>
    <p:sldLayoutId id="2147483696" r:id="rId5"/>
    <p:sldLayoutId id="2147483697" r:id="rId6"/>
    <p:sldLayoutId id="2147483698" r:id="rId7"/>
    <p:sldLayoutId id="2147483714" r:id="rId8"/>
    <p:sldLayoutId id="2147483715" r:id="rId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2291981" y="6505213"/>
            <a:ext cx="381663" cy="349857"/>
          </a:xfrm>
          <a:prstGeom prst="rect">
            <a:avLst/>
          </a:prstGeom>
          <a:solidFill>
            <a:srgbClr val="9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2291981" y="6155357"/>
            <a:ext cx="381663" cy="349857"/>
          </a:xfrm>
          <a:prstGeom prst="rect">
            <a:avLst/>
          </a:prstGeom>
          <a:solidFill>
            <a:srgbClr val="B86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2291981" y="5805500"/>
            <a:ext cx="381663" cy="349857"/>
          </a:xfrm>
          <a:prstGeom prst="rect">
            <a:avLst/>
          </a:prstGeom>
          <a:solidFill>
            <a:srgbClr val="D7A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291979" y="5455642"/>
            <a:ext cx="381663" cy="349857"/>
          </a:xfrm>
          <a:prstGeom prst="rect">
            <a:avLst/>
          </a:prstGeom>
          <a:solidFill>
            <a:srgbClr val="EF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291978" y="5105785"/>
            <a:ext cx="381663" cy="349857"/>
          </a:xfrm>
          <a:prstGeom prst="rect">
            <a:avLst/>
          </a:prstGeom>
          <a:solidFill>
            <a:srgbClr val="9AA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63775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24.png" /></ns0: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4.png"/></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24.png" /></ns0: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3.xml" /><ns0:Relationship Id="rId2" Type="http://schemas.openxmlformats.org/officeDocument/2006/relationships/image" Target="../media/image24.png" /></ns0: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r="24054"/>
          <a:stretch>
            <a:fillRect/>
          </a:stretch>
        </p:blipFill>
        <p:spPr>
          <a:xfrm>
            <a:off x="10272422" y="122270"/>
            <a:ext cx="1740915" cy="719390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597535" y="2840853"/>
            <a:ext cx="2905760" cy="41910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19" name="直接连接符 18"/>
          <p:cNvCxnSpPr/>
          <p:nvPr/>
        </p:nvCxnSpPr>
        <p:spPr>
          <a:xfrm>
            <a:off x="597535" y="2970393"/>
            <a:ext cx="1782445" cy="17780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20" name="直接连接符 19"/>
          <p:cNvCxnSpPr/>
          <p:nvPr/>
        </p:nvCxnSpPr>
        <p:spPr>
          <a:xfrm flipH="1">
            <a:off x="613197" y="6230268"/>
            <a:ext cx="10735149" cy="0"/>
          </a:xfrm>
          <a:prstGeom prst="line">
            <a:avLst/>
          </a:prstGeom>
          <a:noFill/>
          <a:ln w="9525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21" name="直接连接符 20"/>
          <p:cNvCxnSpPr/>
          <p:nvPr/>
        </p:nvCxnSpPr>
        <p:spPr>
          <a:xfrm flipH="1">
            <a:off x="597845" y="6499225"/>
            <a:ext cx="9734890" cy="0"/>
          </a:xfrm>
          <a:prstGeom prst="line">
            <a:avLst/>
          </a:prstGeom>
          <a:noFill/>
          <a:ln w="1905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pic>
        <p:nvPicPr>
          <p:cNvPr id="22" name="图片 21" descr="徽标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12"/>
          <a:stretch>
            <a:fillRect/>
          </a:stretch>
        </p:blipFill>
        <p:spPr>
          <a:xfrm>
            <a:off x="6296952" y="1025011"/>
            <a:ext cx="5895048" cy="5159448"/>
          </a:xfrm>
          <a:prstGeom prst="rect">
            <a:avLst/>
          </a:prstGeom>
        </p:spPr>
      </p:pic>
      <p:sp>
        <p:nvSpPr>
          <p:cNvPr id="27" name="文本占位符 3"/>
          <p:cNvSpPr txBox="1"/>
          <p:nvPr/>
        </p:nvSpPr>
        <p:spPr>
          <a:xfrm>
            <a:off x="597771" y="1790945"/>
            <a:ext cx="7836655" cy="72122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40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AD053D"/>
                </a:solidFill>
                <a:latin typeface="Arial" panose="020B0604020202020204"/>
                <a:ea typeface="微软雅黑" panose="020B0503020204020204" pitchFamily="34" charset="-122"/>
              </a:rPr>
              <a:t>项目建议方案</a:t>
            </a:r>
            <a:endParaRPr lang="en-US" altLang="zh-CN" dirty="0">
              <a:solidFill>
                <a:srgbClr val="AD053D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8" name="文本占位符 1"/>
          <p:cNvSpPr txBox="1"/>
          <p:nvPr/>
        </p:nvSpPr>
        <p:spPr>
          <a:xfrm>
            <a:off x="702097" y="4435693"/>
            <a:ext cx="1542872" cy="27559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12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2023/09/07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占位符 4"/>
          <p:cNvSpPr txBox="1"/>
          <p:nvPr/>
        </p:nvSpPr>
        <p:spPr>
          <a:xfrm>
            <a:off x="702097" y="3811263"/>
            <a:ext cx="2801198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14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AD053D"/>
                </a:solidFill>
                <a:latin typeface="Arial" panose="020B0604020202020204"/>
                <a:ea typeface="微软雅黑" panose="020B0503020204020204" pitchFamily="34" charset="-122"/>
              </a:rPr>
              <a:t>赛意信息科技股份有限公司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AD053D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2916-A4E2-44E4-40F8-2AA4121BF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67E06-9427-7B8F-F9AB-5190D68A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" y="36830"/>
            <a:ext cx="10034086" cy="480060"/>
          </a:xfrm>
        </p:spPr>
        <p:txBody>
          <a:bodyPr/>
          <a:lstStyle/>
          <a:p>
            <a:r>
              <a:rPr lang="zh-CN" altLang="en-US" dirty="0">
                <a:solidFill>
                  <a:srgbClr val="9F2240"/>
                </a:solidFill>
                <a:cs typeface="+mn-ea"/>
                <a:sym typeface="微软雅黑" panose="020B0503020204020204" pitchFamily="34" charset="-122"/>
              </a:rPr>
              <a:t>标题：</a:t>
            </a:r>
          </a:p>
        </p:txBody>
      </p:sp>
    </p:spTree>
    <p:extLst>
      <p:ext uri="{BB962C8B-B14F-4D97-AF65-F5344CB8AC3E}">
        <p14:creationId xmlns:p14="http://schemas.microsoft.com/office/powerpoint/2010/main" val="895228557"/>
      </p:ext>
    </p:extLst>
  </p:cSld>
  <p:clrMapOvr>
    <a:masterClrMapping/>
  </p:clrMapOvr>
</p:sld>
</file>

<file path=ppt/slides/slide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65" name="矩形 64"/>
          <ns0:cNvSpPr/>
          <ns0:nvPr/>
        </ns0:nvSpPr>
        <ns0:spPr>
          <ns1:xfrm>
            <ns1:off x="0" y="0"/>
            <ns1:ext cx="3173449" cy="6858000"/>
          </ns1:xfrm>
          <ns1:prstGeom prst="rect">
            <ns1:avLst/>
          </ns1:prstGeom>
          <ns1:solidFill>
            <ns1:srgbClr val="8EA2A9"/>
          </ns1:solidFill>
          <ns1:ln w="12700" cap="flat" cmpd="sng" algn="ctr">
            <ns1:noFill/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800" b="0" i="0" u="none" strike="noStrike" kern="0" cap="none" spc="0" normalizeH="0" baseline="0" noProof="0">
              <ns1:ln>
                <ns1:noFill/>
              </ns1:ln>
              <ns1:solidFill>
                <ns1:srgbClr val="FFFFFF"/>
              </ns1:solidFill>
              <ns1:effectLst/>
              <ns1:uLnTx/>
              <ns1:uFillTx/>
              <ns1:latin typeface="Arial" panose="020B0604020202020204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66" name="文本框 65"/>
          <ns0:cNvSpPr txBox="1"/>
          <ns0:nvPr/>
        </ns0:nvSpPr>
        <ns0:spPr>
          <ns1:xfrm>
            <ns1:off x="630515" y="606355"/>
            <ns1:ext cx="1334442" cy="728661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lnSpc>
                <ns1:spcPct val="110000"/>
              </ns1:lnSpc>
            </ns1:pPr>
            <ns1:r>
              <ns1:rPr lang="zh-CN" altLang="en-US" sz="4000" spc="100" dirty="0">
                <ns1:solidFill>
                  <ns1:srgbClr val="FFFFFF"/>
                </ns1:solidFill>
                <ns1:latin typeface="Arial" panose="020B0604020202020204"/>
                <ns1:ea typeface="微软雅黑" panose="020B0503020204020204" pitchFamily="34" charset="-122"/>
              </ns1:rPr>
              <ns1:t>目录</ns1:t>
            </ns1:r>
            <ns1:endParaRPr lang="en-US" altLang="zh-CN" sz="4000" spc="100" dirty="0">
              <ns1:solidFill>
                <ns1:srgbClr val="FFFFFF"/>
              </ns1:solidFill>
              <ns1:latin typeface="Arial" panose="020B0604020202020204"/>
              <ns1:ea typeface="微软雅黑" panose="020B0503020204020204" pitchFamily="34" charset="-122"/>
            </ns1:endParaRPr>
          </ns1:p>
        </ns0:txBody>
      </ns0:sp>
      <ns0:sp>
        <ns0:nvSpPr>
          <ns0:cNvPr id="67" name="文本框 66"/>
          <ns0:cNvSpPr txBox="1"/>
          <ns0:nvPr/>
        </ns0:nvSpPr>
        <ns0:spPr>
          <ns1:xfrm>
            <ns1:off x="720140" y="1273953"/>
            <ns1:ext cx="2029767" cy="378693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lnSpc>
                <ns1:spcPct val="110000"/>
              </ns1:lnSpc>
            </ns1:pPr>
            <ns1:r>
              <ns1:rPr lang="en-US" altLang="zh-CN" spc="100" dirty="0">
                <ns1:solidFill>
                  <ns1:srgbClr val="FFFFFF"/>
                </ns1:solidFill>
                <ns1:latin typeface="Arial" panose="020B0604020202020204"/>
                <ns1:ea typeface="微软雅黑" panose="020B0503020204020204" pitchFamily="34" charset="-122"/>
              </ns1:rPr>
              <ns1:t>Content</ns1:t>
            </ns1:r>
          </ns1:p>
        </ns0:txBody>
      </ns0:sp>
      <ns0:cxnSp>
        <ns0:nvCxnSpPr>
          <ns0:cNvPr id="68" name="直接连接符 67"/>
          <ns0:cNvCxnSpPr/>
          <ns0:nvPr/>
        </ns0:nvCxnSpPr>
        <ns0:spPr>
          <ns1:xfrm>
            <ns1:off x="10827696" y="5646150"/>
            <ns1:ext cx="0" cy="335775"/>
          </ns1:xfrm>
          <ns1:prstGeom prst="line">
            <ns1:avLst/>
          </ns1:prstGeom>
          <ns1:noFill/>
          <ns1:ln w="38100" cap="rnd" cmpd="sng" algn="ctr">
            <ns1:gradFill flip="none" rotWithShape="1">
              <ns1:gsLst>
                <ns1:gs pos="0">
                  <ns1:srgbClr val="8EA2A9">
                    <ns1:alpha val="0"/>
                  </ns1:srgbClr>
                </ns1:gs>
                <ns1:gs pos="100000">
                  <ns1:srgbClr val="8EA2A9"/>
                </ns1:gs>
              </ns1:gsLst>
              <ns1:lin ang="16200000" scaled="1"/>
              <ns1:tileRect/>
            </ns1:gradFill>
            <ns1:prstDash val="solid"/>
            <ns1:round/>
          </ns1:ln>
          <ns1:effectLst/>
        </ns0:spPr>
      </ns0:cxnSp>
      <ns0:sp>
        <ns0:nvSpPr>
          <ns0:cNvPr id="69" name="椭圆 68"/>
          <ns0:cNvSpPr/>
          <ns0:nvPr/>
        </ns0:nvSpPr>
        <ns0:spPr>
          <ns1:xfrm>
            <ns1:off x="11252343" y="5706115"/>
            <ns1:ext cx="72000" cy="72000"/>
          </ns1:xfrm>
          <ns1:prstGeom prst="ellipse">
            <ns1:avLst/>
          </ns1:prstGeom>
          <ns1:solidFill>
            <ns1:srgbClr val="AD053D"/>
          </ns1:solidFill>
          <ns1:ln w="12700" cap="flat" cmpd="sng" algn="ctr">
            <ns1:noFill/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800" b="0" i="0" u="none" strike="noStrike" kern="0" cap="none" spc="0" normalizeH="0" baseline="0" noProof="0">
              <ns1:ln>
                <ns1:noFill/>
              </ns1:ln>
              <ns1:solidFill>
                <ns1:srgbClr val="FFFFFF"/>
              </ns1:solidFill>
              <ns1:effectLst/>
              <ns1:uLnTx/>
              <ns1:uFillTx/>
              <ns1:latin typeface="Arial" panose="020B0604020202020204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70" name="椭圆 69"/>
          <ns0:cNvSpPr/>
          <ns0:nvPr/>
        </ns0:nvSpPr>
        <ns0:spPr>
          <ns1:xfrm>
            <ns1:off x="10623061" y="5866482"/>
            <ns1:ext cx="36000" cy="36000"/>
          </ns1:xfrm>
          <ns1:prstGeom prst="ellipse">
            <ns1:avLst/>
          </ns1:prstGeom>
          <ns1:solidFill>
            <ns1:srgbClr val="AD053D"/>
          </ns1:solidFill>
          <ns1:ln w="12700" cap="flat" cmpd="sng" algn="ctr">
            <ns1:noFill/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800" b="0" i="0" u="none" strike="noStrike" kern="0" cap="none" spc="0" normalizeH="0" baseline="0" noProof="0">
              <ns1:ln>
                <ns1:noFill/>
              </ns1:ln>
              <ns1:solidFill>
                <ns1:srgbClr val="FFFFFF"/>
              </ns1:solidFill>
              <ns1:effectLst/>
              <ns1:uLnTx/>
              <ns1:uFillTx/>
              <ns1:latin typeface="Arial" panose="020B0604020202020204"/>
              <ns1:ea typeface="微软雅黑" panose="020B0503020204020204" pitchFamily="34" charset="-122"/>
              <ns1:cs typeface="+mn-cs"/>
            </ns1:endParaRPr>
          </ns1:p>
        </ns0:txBody>
      </ns0:sp>
      <ns0:grpSp>
        <ns0:nvGrpSpPr>
          <ns0:cNvPr id="71" name="组合 70"/>
          <ns0:cNvGrpSpPr/>
          <ns0:nvPr/>
        </ns0:nvGrpSpPr>
        <ns0:grpSpPr>
          <ns1:xfrm>
            <ns1:off x="10803102" y="4768117"/>
            <ns1:ext cx="894951" cy="2153732"/>
            <ns1:chOff x="7932383" y="1237483"/>
            <ns1:chExt cx="1656167" cy="3985627"/>
          </ns1:xfrm>
        </ns0:grpSpPr>
        <ns0:grpSp>
          <ns0:nvGrpSpPr>
            <ns0:cNvPr id="72" name="组合 71"/>
            <ns0:cNvGrpSpPr/>
            <ns0:nvPr/>
          </ns0:nvGrpSpPr>
          <ns0:grpSpPr>
            <ns1:xfrm>
              <ns1:off x="7932383" y="1237483"/>
              <ns1:ext cx="1656167" cy="3985627"/>
              <ns1:chOff x="8854316" y="1476349"/>
              <ns1:chExt cx="1656167" cy="3985627"/>
            </ns1:xfrm>
          </ns0:grpSpPr>
          <ns0:sp>
            <ns0:nvSpPr>
              <ns0:cNvPr id="77" name="六边形 76"/>
              <ns0:cNvSpPr/>
              <ns0:nvPr/>
            </ns0:nvSpPr>
            <ns0:spPr>
              <ns1:xfrm rot="5400000">
                <ns1:off x="7705005" y="2689240"/>
                <ns1:ext cx="3952238" cy="1593233"/>
              </ns1:xfrm>
              <ns1:prstGeom prst="hexagon">
                <ns1:avLst>
                  <ns1:gd name="adj" fmla="val 20346"/>
                  <ns1:gd name="vf" fmla="val 115470"/>
                </ns1:avLst>
              </ns1:prstGeom>
              <ns1:gradFill flip="none" rotWithShape="1">
                <ns1:gsLst>
                  <ns1:gs pos="3000">
                    <ns1:srgbClr val="AD053D">
                      <ns1:alpha val="0"/>
                    </ns1:srgbClr>
                  </ns1:gs>
                  <ns1:gs pos="100000">
                    <ns1:srgbClr val="AD053D">
                      <ns1:alpha val="13000"/>
                    </ns1:srgbClr>
                  </ns1:gs>
                </ns1:gsLst>
                <ns1:lin ang="10800000" scaled="1"/>
                <ns1:tileRect/>
              </ns1:gradFill>
              <ns1:ln w="12700" cap="flat" cmpd="sng" algn="ctr">
                <ns1:gradFill flip="none" rotWithShape="1">
                  <ns1:gsLst>
                    <ns1:gs pos="0">
                      <ns1:srgbClr val="AD053D">
                        <ns1:alpha val="0"/>
                      </ns1:srgbClr>
                    </ns1:gs>
                    <ns1:gs pos="100000">
                      <ns1:srgbClr val="AD053D">
                        <ns1:alpha val="55000"/>
                      </ns1:srgbClr>
                    </ns1:gs>
                  </ns1:gsLst>
                  <ns1:lin ang="10800000" scaled="1"/>
                  <ns1:tileRect/>
                </ns1:gradFill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 dirty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78" name="椭圆 77"/>
              <ns0:cNvSpPr/>
              <ns0:nvPr/>
            </ns0:nvSpPr>
            <ns0:spPr>
              <ns1:xfrm>
                <ns1:off x="9641624" y="1476349"/>
                <ns1:ext cx="72000" cy="72000"/>
              </ns1:xfrm>
              <ns1:prstGeom prst="ellipse">
                <ns1:avLst/>
              </ns1:prstGeom>
              <ns1:solidFill>
                <ns1:srgbClr val="AD053D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79" name="椭圆 78"/>
              <ns0:cNvSpPr/>
              <ns0:nvPr/>
            </ns0:nvSpPr>
            <ns0:spPr>
              <ns1:xfrm>
                <ns1:off x="8854316" y="1808324"/>
                <ns1:ext cx="72000" cy="72000"/>
              </ns1:xfrm>
              <ns1:prstGeom prst="ellipse">
                <ns1:avLst/>
              </ns1:prstGeom>
              <ns1:solidFill>
                <ns1:srgbClr val="AD053D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80" name="椭圆 79"/>
              <ns0:cNvSpPr/>
              <ns0:nvPr/>
            </ns0:nvSpPr>
            <ns0:spPr>
              <ns1:xfrm>
                <ns1:off x="10438483" y="1806315"/>
                <ns1:ext cx="72000" cy="72000"/>
              </ns1:xfrm>
              <ns1:prstGeom prst="ellipse">
                <ns1:avLst/>
              </ns1:prstGeom>
              <ns1:solidFill>
                <ns1:srgbClr val="AD053D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</ns0:grpSp>
        <ns0:grpSp>
          <ns0:nvGrpSpPr>
            <ns0:cNvPr id="73" name="组合 72"/>
            <ns0:cNvGrpSpPr/>
            <ns0:nvPr/>
          </ns0:nvGrpSpPr>
          <ns0:grpSpPr>
            <ns1:xfrm>
              <ns1:off x="8133347" y="1502482"/>
              <ns1:ext cx="1250009" cy="3670942"/>
              <ns1:chOff x="9680544" y="2138994"/>
              <ns1:chExt cx="1250009" cy="3670942"/>
            </ns1:xfrm>
          </ns0:grpSpPr>
          <ns0:sp>
            <ns0:nvSpPr>
              <ns0:cNvPr id="74" name="矩形 73"/>
              <ns0:cNvSpPr/>
              <ns0:nvPr/>
            </ns0:nvSpPr>
            <ns0:spPr>
              <ns1:xfrm>
                <ns1:off x="9680800" y="2399981"/>
                <ns1:ext cx="625794" cy="3409955"/>
              </ns1:xfrm>
              <ns1:prstGeom prst="rect">
                <ns1:avLst/>
              </ns1:prstGeom>
              <ns1:gradFill flip="none" rotWithShape="1">
                <ns1:gsLst>
                  <ns1:gs pos="24000">
                    <ns1:srgbClr val="AD053D">
                      <ns1:alpha val="0"/>
                    </ns1:srgbClr>
                  </ns1:gs>
                  <ns1:gs pos="76000">
                    <ns1:srgbClr val="AD053D"/>
                  </ns1:gs>
                </ns1:gsLst>
                <ns1:lin ang="162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 dirty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75" name="矩形 74"/>
              <ns0:cNvSpPr/>
              <ns0:nvPr/>
            </ns0:nvSpPr>
            <ns0:spPr>
              <ns1:xfrm>
                <ns1:off x="10297986" y="2399981"/>
                <ns1:ext cx="625794" cy="3409955"/>
              </ns1:xfrm>
              <ns1:prstGeom prst="rect">
                <ns1:avLst/>
              </ns1:prstGeom>
              <ns1:gradFill flip="none" rotWithShape="1">
                <ns1:gsLst>
                  <ns1:gs pos="23000">
                    <ns1:srgbClr val="EE004A">
                      <ns1:alpha val="0"/>
                    </ns1:srgbClr>
                  </ns1:gs>
                  <ns1:gs pos="63000">
                    <ns1:srgbClr val="EE004A"/>
                  </ns1:gs>
                </ns1:gsLst>
                <ns1:lin ang="162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76" name="菱形 75"/>
              <ns0:cNvSpPr/>
              <ns0:nvPr/>
            </ns0:nvSpPr>
            <ns0:spPr>
              <ns1:xfrm>
                <ns1:off x="9680544" y="2138994"/>
                <ns1:ext cx="1250009" cy="521116"/>
              </ns1:xfrm>
              <ns1:prstGeom prst="diamond">
                <ns1:avLst/>
              </ns1:prstGeom>
              <ns1:gradFill flip="none" rotWithShape="1">
                <ns1:gsLst>
                  <ns1:gs pos="0">
                    <ns1:srgbClr val="AD053D"/>
                  </ns1:gs>
                  <ns1:gs pos="100000">
                    <ns1:srgbClr val="EE004A"/>
                  </ns1:gs>
                </ns1:gsLst>
                <ns1:lin ang="108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</ns0:grpSp>
      </ns0:grpSp>
      <ns0:grpSp>
        <ns0:nvGrpSpPr>
          <ns0:cNvPr id="81" name="组合 80"/>
          <ns0:cNvGrpSpPr/>
          <ns0:nvPr/>
        </ns0:nvGrpSpPr>
        <ns0:grpSpPr>
          <ns1:xfrm>
            <ns1:off x="10340196" y="5573612"/>
            <ns1:ext cx="754426" cy="1361660"/>
            <ns1:chOff x="7860291" y="7394087"/>
            <ns1:chExt cx="1110550" cy="2004428"/>
          </ns1:xfrm>
        </ns0:grpSpPr>
        <ns0:grpSp>
          <ns0:nvGrpSpPr>
            <ns0:cNvPr id="82" name="组合 81"/>
            <ns0:cNvGrpSpPr/>
            <ns0:nvPr/>
          </ns0:nvGrpSpPr>
          <ns0:grpSpPr>
            <ns1:xfrm>
              <ns1:off x="7860291" y="7394087"/>
              <ns1:ext cx="1110550" cy="2004428"/>
              <ns1:chOff x="8854316" y="1476349"/>
              <ns1:chExt cx="1656165" cy="2989207"/>
            </ns1:xfrm>
          </ns0:grpSpPr>
          <ns0:sp>
            <ns0:nvSpPr>
              <ns0:cNvPr id="87" name="六边形 86"/>
              <ns0:cNvSpPr/>
              <ns0:nvPr/>
            </ns0:nvSpPr>
            <ns0:spPr>
              <ns1:xfrm rot="5400000">
                <ns1:off x="8203213" y="2191032"/>
                <ns1:ext cx="2955817" cy="1593232"/>
              </ns1:xfrm>
              <ns1:prstGeom prst="hexagon">
                <ns1:avLst>
                  <ns1:gd name="adj" fmla="val 20346"/>
                  <ns1:gd name="vf" fmla="val 115470"/>
                </ns1:avLst>
              </ns1:prstGeom>
              <ns1:gradFill flip="none" rotWithShape="1">
                <ns1:gsLst>
                  <ns1:gs pos="0">
                    <ns1:srgbClr val="8EA2A9">
                      <ns1:alpha val="0"/>
                    </ns1:srgbClr>
                  </ns1:gs>
                  <ns1:gs pos="100000">
                    <ns1:srgbClr val="8EA2A9">
                      <ns1:alpha val="13000"/>
                    </ns1:srgbClr>
                  </ns1:gs>
                </ns1:gsLst>
                <ns1:lin ang="10800000" scaled="1"/>
                <ns1:tileRect/>
              </ns1:gradFill>
              <ns1:ln w="12700" cap="flat" cmpd="sng" algn="ctr">
                <ns1:gradFill flip="none" rotWithShape="1">
                  <ns1:gsLst>
                    <ns1:gs pos="0">
                      <ns1:srgbClr val="8EA2A9">
                        <ns1:alpha val="0"/>
                      </ns1:srgbClr>
                    </ns1:gs>
                    <ns1:gs pos="100000">
                      <ns1:srgbClr val="8EA2A9"/>
                    </ns1:gs>
                  </ns1:gsLst>
                  <ns1:lin ang="10800000" scaled="1"/>
                  <ns1:tileRect/>
                </ns1:gradFill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88" name="椭圆 87"/>
              <ns0:cNvSpPr/>
              <ns0:nvPr/>
            </ns0:nvSpPr>
            <ns0:spPr>
              <ns1:xfrm>
                <ns1:off x="9641624" y="1476349"/>
                <ns1:ext cx="72000" cy="72000"/>
              </ns1:xfrm>
              <ns1:prstGeom prst="ellipse">
                <ns1:avLst/>
              </ns1:prstGeom>
              <ns1:solidFill>
                <ns1:srgbClr val="8EA2A9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89" name="椭圆 88"/>
              <ns0:cNvSpPr/>
              <ns0:nvPr/>
            </ns0:nvSpPr>
            <ns0:spPr>
              <ns1:xfrm>
                <ns1:off x="8854316" y="1808323"/>
                <ns1:ext cx="72000" cy="72000"/>
              </ns1:xfrm>
              <ns1:prstGeom prst="ellipse">
                <ns1:avLst/>
              </ns1:prstGeom>
              <ns1:solidFill>
                <ns1:srgbClr val="8EA2A9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90" name="椭圆 89"/>
              <ns0:cNvSpPr/>
              <ns0:nvPr/>
            </ns0:nvSpPr>
            <ns0:spPr>
              <ns1:xfrm>
                <ns1:off x="10438481" y="1806314"/>
                <ns1:ext cx="72000" cy="72000"/>
              </ns1:xfrm>
              <ns1:prstGeom prst="ellipse">
                <ns1:avLst/>
              </ns1:prstGeom>
              <ns1:solidFill>
                <ns1:srgbClr val="8EA2A9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</ns0:grpSp>
        <ns0:grpSp>
          <ns0:nvGrpSpPr>
            <ns0:cNvPr id="83" name="组合 82"/>
            <ns0:cNvGrpSpPr/>
            <ns0:nvPr/>
          </ns0:nvGrpSpPr>
          <ns0:grpSpPr>
            <ns1:xfrm>
              <ns1:off x="8017668" y="7543760"/>
              <ns1:ext cx="845627" cy="1617055"/>
              <ns1:chOff x="8160309" y="3595151"/>
              <ns1:chExt cx="845627" cy="1617055"/>
            </ns1:xfrm>
          </ns0:grpSpPr>
          <ns0:sp>
            <ns0:nvSpPr>
              <ns0:cNvPr id="84" name="矩形 83"/>
              <ns0:cNvSpPr/>
              <ns0:nvPr/>
            </ns0:nvSpPr>
            <ns0:spPr>
              <ns1:xfrm>
                <ns1:off x="8160309" y="3777038"/>
                <ns1:ext cx="418042" cy="1435168"/>
              </ns1:xfrm>
              <ns1:prstGeom prst="rect">
                <ns1:avLst/>
              </ns1:prstGeom>
              <ns1:gradFill flip="none" rotWithShape="1">
                <ns1:gsLst>
                  <ns1:gs pos="3000">
                    <ns1:srgbClr val="8EA2A9">
                      <ns1:alpha val="0"/>
                    </ns1:srgbClr>
                  </ns1:gs>
                  <ns1:gs pos="100000">
                    <ns1:srgbClr val="8EA2A9">
                      <ns1:lumMod val="75000"/>
                    </ns1:srgbClr>
                  </ns1:gs>
                </ns1:gsLst>
                <ns1:lin ang="162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85" name="矩形 84"/>
              <ns0:cNvSpPr/>
              <ns0:nvPr/>
            </ns0:nvSpPr>
            <ns0:spPr>
              <ns1:xfrm>
                <ns1:off x="8577125" y="3767457"/>
                <ns1:ext cx="418042" cy="1435168"/>
              </ns1:xfrm>
              <ns1:prstGeom prst="rect">
                <ns1:avLst/>
              </ns1:prstGeom>
              <ns1:gradFill flip="none" rotWithShape="1">
                <ns1:gsLst>
                  <ns1:gs pos="13000">
                    <ns1:srgbClr val="8EA2A9">
                      <ns1:lumMod val="60000"/>
                      <ns1:lumOff val="40000"/>
                      <ns1:alpha val="0"/>
                    </ns1:srgbClr>
                  </ns1:gs>
                  <ns1:gs pos="100000">
                    <ns1:srgbClr val="8EA2A9">
                      <ns1:lumMod val="60000"/>
                      <ns1:lumOff val="40000"/>
                    </ns1:srgbClr>
                  </ns1:gs>
                </ns1:gsLst>
                <ns1:lin ang="162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86" name="菱形 85"/>
              <ns0:cNvSpPr/>
              <ns0:nvPr/>
            </ns0:nvSpPr>
            <ns0:spPr>
              <ns1:xfrm>
                <ns1:off x="8160309" y="3595151"/>
                <ns1:ext cx="845627" cy="363763"/>
              </ns1:xfrm>
              <ns1:prstGeom prst="diamond">
                <ns1:avLst/>
              </ns1:prstGeom>
              <ns1:gradFill flip="none" rotWithShape="1">
                <ns1:gsLst>
                  <ns1:gs pos="0">
                    <ns1:srgbClr val="8EA2A9"/>
                  </ns1:gs>
                  <ns1:gs pos="100000">
                    <ns1:srgbClr val="8EA2A9">
                      <ns1:lumMod val="60000"/>
                      <ns1:lumOff val="40000"/>
                    </ns1:srgbClr>
                  </ns1:gs>
                </ns1:gsLst>
                <ns1:lin ang="108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</ns0:grpSp>
      </ns0:grpSp>
      <ns0:grpSp>
        <ns0:nvGrpSpPr>
          <ns0:cNvPr id="91" name="组合 90"/>
          <ns0:cNvGrpSpPr/>
          <ns0:nvPr/>
        </ns0:nvGrpSpPr>
        <ns0:grpSpPr>
          <ns1:xfrm>
            <ns1:off x="11444407" y="5619972"/>
            <ns1:ext cx="632266" cy="1141175"/>
            <ns1:chOff x="7860291" y="7394087"/>
            <ns1:chExt cx="1110550" cy="2004428"/>
          </ns1:xfrm>
        </ns0:grpSpPr>
        <ns0:grpSp>
          <ns0:nvGrpSpPr>
            <ns0:cNvPr id="92" name="组合 91"/>
            <ns0:cNvGrpSpPr/>
            <ns0:nvPr/>
          </ns0:nvGrpSpPr>
          <ns0:grpSpPr>
            <ns1:xfrm>
              <ns1:off x="7860291" y="7394087"/>
              <ns1:ext cx="1110550" cy="2004428"/>
              <ns1:chOff x="8854316" y="1476349"/>
              <ns1:chExt cx="1656165" cy="2989207"/>
            </ns1:xfrm>
          </ns0:grpSpPr>
          <ns0:sp>
            <ns0:nvSpPr>
              <ns0:cNvPr id="97" name="六边形 96"/>
              <ns0:cNvSpPr/>
              <ns0:nvPr/>
            </ns0:nvSpPr>
            <ns0:spPr>
              <ns1:xfrm rot="5400000">
                <ns1:off x="8203213" y="2191032"/>
                <ns1:ext cx="2955817" cy="1593232"/>
              </ns1:xfrm>
              <ns1:prstGeom prst="hexagon">
                <ns1:avLst>
                  <ns1:gd name="adj" fmla="val 20346"/>
                  <ns1:gd name="vf" fmla="val 115470"/>
                </ns1:avLst>
              </ns1:prstGeom>
              <ns1:gradFill flip="none" rotWithShape="1">
                <ns1:gsLst>
                  <ns1:gs pos="0">
                    <ns1:srgbClr val="8EA2A9">
                      <ns1:alpha val="0"/>
                    </ns1:srgbClr>
                  </ns1:gs>
                  <ns1:gs pos="100000">
                    <ns1:srgbClr val="8EA2A9">
                      <ns1:alpha val="13000"/>
                    </ns1:srgbClr>
                  </ns1:gs>
                </ns1:gsLst>
                <ns1:lin ang="10800000" scaled="1"/>
                <ns1:tileRect/>
              </ns1:gradFill>
              <ns1:ln w="12700" cap="flat" cmpd="sng" algn="ctr">
                <ns1:gradFill flip="none" rotWithShape="1">
                  <ns1:gsLst>
                    <ns1:gs pos="0">
                      <ns1:srgbClr val="8EA2A9">
                        <ns1:alpha val="0"/>
                      </ns1:srgbClr>
                    </ns1:gs>
                    <ns1:gs pos="100000">
                      <ns1:srgbClr val="8EA2A9"/>
                    </ns1:gs>
                  </ns1:gsLst>
                  <ns1:lin ang="10800000" scaled="1"/>
                  <ns1:tileRect/>
                </ns1:gradFill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98" name="椭圆 97"/>
              <ns0:cNvSpPr/>
              <ns0:nvPr/>
            </ns0:nvSpPr>
            <ns0:spPr>
              <ns1:xfrm>
                <ns1:off x="9641624" y="1476349"/>
                <ns1:ext cx="72000" cy="72000"/>
              </ns1:xfrm>
              <ns1:prstGeom prst="ellipse">
                <ns1:avLst/>
              </ns1:prstGeom>
              <ns1:solidFill>
                <ns1:srgbClr val="8EA2A9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99" name="椭圆 98"/>
              <ns0:cNvSpPr/>
              <ns0:nvPr/>
            </ns0:nvSpPr>
            <ns0:spPr>
              <ns1:xfrm>
                <ns1:off x="8854316" y="1808323"/>
                <ns1:ext cx="72000" cy="72000"/>
              </ns1:xfrm>
              <ns1:prstGeom prst="ellipse">
                <ns1:avLst/>
              </ns1:prstGeom>
              <ns1:solidFill>
                <ns1:srgbClr val="8EA2A9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100" name="椭圆 99"/>
              <ns0:cNvSpPr/>
              <ns0:nvPr/>
            </ns0:nvSpPr>
            <ns0:spPr>
              <ns1:xfrm>
                <ns1:off x="10438481" y="1806314"/>
                <ns1:ext cx="72000" cy="72000"/>
              </ns1:xfrm>
              <ns1:prstGeom prst="ellipse">
                <ns1:avLst/>
              </ns1:prstGeom>
              <ns1:solidFill>
                <ns1:srgbClr val="8EA2A9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</ns0:grpSp>
        <ns0:grpSp>
          <ns0:nvGrpSpPr>
            <ns0:cNvPr id="93" name="组合 92"/>
            <ns0:cNvGrpSpPr/>
            <ns0:nvPr/>
          </ns0:nvGrpSpPr>
          <ns0:grpSpPr>
            <ns1:xfrm>
              <ns1:off x="8017668" y="7543760"/>
              <ns1:ext cx="845627" cy="1617055"/>
              <ns1:chOff x="8160309" y="3595151"/>
              <ns1:chExt cx="845627" cy="1617055"/>
            </ns1:xfrm>
          </ns0:grpSpPr>
          <ns0:sp>
            <ns0:nvSpPr>
              <ns0:cNvPr id="94" name="矩形 93"/>
              <ns0:cNvSpPr/>
              <ns0:nvPr/>
            </ns0:nvSpPr>
            <ns0:spPr>
              <ns1:xfrm>
                <ns1:off x="8160309" y="3777038"/>
                <ns1:ext cx="418042" cy="1435168"/>
              </ns1:xfrm>
              <ns1:prstGeom prst="rect">
                <ns1:avLst/>
              </ns1:prstGeom>
              <ns1:gradFill flip="none" rotWithShape="1">
                <ns1:gsLst>
                  <ns1:gs pos="3000">
                    <ns1:srgbClr val="8EA2A9">
                      <ns1:alpha val="0"/>
                    </ns1:srgbClr>
                  </ns1:gs>
                  <ns1:gs pos="100000">
                    <ns1:srgbClr val="8EA2A9">
                      <ns1:lumMod val="75000"/>
                    </ns1:srgbClr>
                  </ns1:gs>
                </ns1:gsLst>
                <ns1:lin ang="162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95" name="矩形 94"/>
              <ns0:cNvSpPr/>
              <ns0:nvPr/>
            </ns0:nvSpPr>
            <ns0:spPr>
              <ns1:xfrm>
                <ns1:off x="8577125" y="3767457"/>
                <ns1:ext cx="418042" cy="1435168"/>
              </ns1:xfrm>
              <ns1:prstGeom prst="rect">
                <ns1:avLst/>
              </ns1:prstGeom>
              <ns1:gradFill flip="none" rotWithShape="1">
                <ns1:gsLst>
                  <ns1:gs pos="13000">
                    <ns1:srgbClr val="8EA2A9">
                      <ns1:lumMod val="60000"/>
                      <ns1:lumOff val="40000"/>
                      <ns1:alpha val="0"/>
                    </ns1:srgbClr>
                  </ns1:gs>
                  <ns1:gs pos="100000">
                    <ns1:srgbClr val="8EA2A9">
                      <ns1:lumMod val="60000"/>
                      <ns1:lumOff val="40000"/>
                    </ns1:srgbClr>
                  </ns1:gs>
                </ns1:gsLst>
                <ns1:lin ang="162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96" name="菱形 95"/>
              <ns0:cNvSpPr/>
              <ns0:nvPr/>
            </ns0:nvSpPr>
            <ns0:spPr>
              <ns1:xfrm>
                <ns1:off x="8160309" y="3595151"/>
                <ns1:ext cx="845627" cy="363763"/>
              </ns1:xfrm>
              <ns1:prstGeom prst="diamond">
                <ns1:avLst/>
              </ns1:prstGeom>
              <ns1:gradFill flip="none" rotWithShape="1">
                <ns1:gsLst>
                  <ns1:gs pos="0">
                    <ns1:srgbClr val="8EA2A9"/>
                  </ns1:gs>
                  <ns1:gs pos="100000">
                    <ns1:srgbClr val="8EA2A9">
                      <ns1:lumMod val="60000"/>
                      <ns1:lumOff val="40000"/>
                    </ns1:srgbClr>
                  </ns1:gs>
                </ns1:gsLst>
                <ns1:lin ang="108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</ns0:grpSp>
      </ns0:grpSp>
      <ns0:sp>
        <ns0:nvSpPr>
          <ns0:cNvPr id="101" name="矩形 100"/>
          <ns0:cNvSpPr/>
          <ns0:nvPr/>
        </ns0:nvSpPr>
        <ns0:spPr>
          <ns1:xfrm>
            <ns1:off x="900874" y="1578707"/>
            <ns1:ext cx="10490446" cy="4193295"/>
          </ns1:xfrm>
          <ns1:prstGeom prst="rect">
            <ns1:avLst/>
          </ns1:prstGeom>
          <ns1:solidFill>
            <ns1:srgbClr val="FFFFFF"/>
          </ns1:solidFill>
          <ns1:ln w="12700" cap="flat" cmpd="sng" algn="ctr">
            <ns1:solidFill>
              <ns1:srgbClr val="8EA2A9">
                <ns1:alpha val="44000"/>
              </ns1:srgbClr>
            </ns1:solidFill>
            <ns1:prstDash val="solid"/>
            <ns1:miter lim="800000"/>
          </ns1:ln>
          <ns1:effectLst>
            <ns1:outerShdw blurRad="254000" dist="38100" dir="5400000" algn="t" rotWithShape="0">
              <ns1:srgbClr val="8EA2A9">
                <ns1:lumMod val="50000"/>
                <ns1:alpha val="35000"/>
              </ns1:srgbClr>
            </ns1:outerShdw>
          </ns1:effectLst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800" b="0" i="0" u="none" strike="noStrike" kern="0" cap="none" spc="0" normalizeH="0" baseline="0" noProof="0">
              <ns1:ln>
                <ns1:noFill/>
              </ns1:ln>
              <ns1:solidFill>
                <ns1:srgbClr val="FFFFFF"/>
              </ns1:solidFill>
              <ns1:effectLst/>
              <ns1:uLnTx/>
              <ns1:uFillTx/>
              <ns1:latin typeface="Arial" panose="020B0604020202020204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102" name="文本占位符 1"/>
          <ns0:cNvSpPr txBox="1"/>
          <ns0:nvPr/>
        </ns0:nvSpPr>
        <ns0:spPr>
          <ns1:xfrm>
            <ns1:off x="2124472" y="3462676"/>
            <ns1:ext cx="4446556" cy="469616"/>
          </ns1:xfrm>
          <ns1:prstGeom prst="rect">
            <ns1:avLst/>
          </ns1:prstGeom>
          <ns1:noFill/>
        </ns0:spPr>
        <ns0:txBody>
          <ns1:bodyPr vert="horz" wrap="square" lIns="91440" tIns="45720" rIns="91440" bIns="45720" rtlCol="0">
            <ns1:spAutoFit/>
          </ns1:bodyPr>
          <ns1:lstStyle>
            <ns1:defPPr>
              <ns1:defRPr lang="zh-CN"/>
            </ns1:defPPr>
            <ns1:lvl1pPr marR="0" indent="0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Font typeface="Arial" panose="020B0604020202020204" pitchFamily="34" charset="0"/>
              <ns1:buNone/>
              <ns1:defRPr sz="2400" spc="100">
                <ns1:solidFill>
                  <ns1:srgbClr val="B8C4C9"/>
                </ns1:solidFill>
                <ns1:ea typeface="微软雅黑" panose="020B0503020204020204" pitchFamily="34" charset="-122"/>
              </ns1:defRPr>
            </ns1:lvl1pPr>
            <ns1:lvl2pPr marL="6858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2pPr>
            <ns1:lvl3pPr marL="11430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3pPr>
            <ns1:lvl4pPr marL="16002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4pPr>
            <ns1:lvl5pPr marL="20574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5pPr>
            <ns1:lvl6pPr marL="25146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6pPr>
            <ns1:lvl7pPr marL="29718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7pPr>
            <ns1:lvl8pPr marL="34290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8pPr>
            <ns1:lvl9pPr marL="38862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9pPr>
          </ns1:lstStyle>
          <ns1:p>
            <ns1:r>
              <ns1:rPr lang="zh-CN" altLang="en-US" dirty="0"/>
              <ns1:t>核心解决方案</ns1:t>
            </ns1:r>
          </ns1:p>
        </ns0:txBody>
      </ns0:sp>
      <ns0:sp>
        <ns0:nvSpPr>
          <ns0:cNvPr id="103" name="文本占位符 2"/>
          <ns0:cNvSpPr txBox="1"/>
          <ns0:nvPr/>
        </ns0:nvSpPr>
        <ns0:spPr>
          <ns1:xfrm>
            <ns1:off x="2124472" y="4804965"/>
            <ns1:ext cx="3727688" cy="469616"/>
          </ns1:xfrm>
          <ns1:prstGeom prst="rect">
            <ns1:avLst/>
          </ns1:prstGeom>
          <ns1:noFill/>
        </ns0:spPr>
        <ns0:txBody>
          <ns1:bodyPr vert="horz" wrap="square" lIns="91440" tIns="45720" rIns="91440" bIns="45720" rtlCol="0">
            <ns1:spAutoFit/>
          </ns1:bodyPr>
          <ns1:lstStyle>
            <ns1:defPPr>
              <ns1:defRPr lang="zh-CN"/>
            </ns1:defPPr>
            <ns1:lvl1pPr marR="0" indent="0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Font typeface="Arial" panose="020B0604020202020204" pitchFamily="34" charset="0"/>
              <ns1:buNone/>
              <ns1:defRPr sz="2400" spc="100">
                <ns1:solidFill>
                  <ns1:srgbClr val="B8C4C9"/>
                </ns1:solidFill>
                <ns1:ea typeface="微软雅黑" panose="020B0503020204020204" pitchFamily="34" charset="-122"/>
              </ns1:defRPr>
            </ns1:lvl1pPr>
            <ns1:lvl2pPr marL="6858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2pPr>
            <ns1:lvl3pPr marL="11430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3pPr>
            <ns1:lvl4pPr marL="16002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4pPr>
            <ns1:lvl5pPr marL="20574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5pPr>
            <ns1:lvl6pPr marL="25146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6pPr>
            <ns1:lvl7pPr marL="29718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7pPr>
            <ns1:lvl8pPr marL="34290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8pPr>
            <ns1:lvl9pPr marL="38862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9pPr>
          </ns1:lstStyle>
          <ns1:p>
            <ns1:r>
              <ns1:rPr lang="zh-CN" altLang="en-US" dirty="0"/>
              <ns1:t>沟通</ns1:t>
            </ns1:r>
            <ns1:r>
              <ns1:rPr lang="zh-CN" altLang="en-US"/>
              <ns1:t>及探讨</ns1:t>
            </ns1:r>
            <ns1:endParaRPr lang="zh-CN" altLang="en-US" dirty="0"/>
          </ns1:p>
        </ns0:txBody>
      </ns0:sp>
      <ns0:sp>
        <ns0:nvSpPr>
          <ns0:cNvPr id="105" name="文本占位符 4"/>
          <ns0:cNvSpPr txBox="1"/>
          <ns0:nvPr/>
        </ns0:nvSpPr>
        <ns0:spPr>
          <ns1:xfrm>
            <ns1:off x="7426888" y="3488344"/>
            <ns1:ext cx="3587261" cy="467051"/>
          </ns1:xfrm>
          <ns1:prstGeom prst="rect">
            <ns1:avLst/>
          </ns1:prstGeom>
          <ns1:noFill/>
        </ns0:spPr>
        <ns0:txBody>
          <ns1:bodyPr vert="horz" wrap="square" lIns="91440" tIns="45720" rIns="91440" bIns="45720" rtlCol="0">
            <ns1:spAutoFit/>
          </ns1:bodyPr>
          <ns1:lstStyle>
            <ns1:lvl1pPr marL="0" marR="0" indent="0" algn="l" defTabSz="914400" rtl="0" eaLnBrk="1" latinLnBrk="0" hangingPunct="1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Font typeface="Arial" panose="020B0604020202020204" pitchFamily="34" charset="0"/>
              <ns1:buChar char="•"/>
              <ns1:defRPr lang="zh-CN" altLang="en-US" sz="2400" kern="1200" spc="100" smtClean="0">
                <ns1:solidFill>
                  <ns1:schemeClr val="accent2"/>
                </ns1:solidFill>
                <ns1:latin typeface="+mn-lt"/>
                <ns1:ea typeface="+mn-ea"/>
                <ns1:cs typeface="+mn-cs"/>
              </ns1:defRPr>
            </ns1:lvl1pPr>
            <ns1:lvl2pPr marL="6858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 smtClean="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11430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 smtClean="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6002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 smtClean="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20574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5146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9718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4290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8862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>
              <ns1:buNone/>
              <ns1:defRPr/>
            </ns1:pPr>
            <ns1:r>
              <ns1:rPr lang="zh-CN" altLang="en-US" dirty="0">
                <ns1:solidFill>
                  <ns1:srgbClr val="B8C4C9"/>
                </ns1:solidFill>
                <ns1:ea typeface="微软雅黑" panose="020B0503020204020204" pitchFamily="34" charset="-122"/>
              </ns1:rPr>
              <ns1:t>项目实施方法</ns1:t>
            </ns1:r>
            <ns1:endParaRPr kumimoji="0" lang="zh-CN" altLang="en-US" sz="2400" b="0" i="0" u="none" strike="noStrike" kern="1200" cap="none" spc="100" normalizeH="0" baseline="0" noProof="0" dirty="0">
              <ns1:ln>
                <ns1:noFill/>
              </ns1:ln>
              <ns1:solidFill>
                <ns1:srgbClr val="8EA2A9"/>
              </ns1:solidFill>
              <ns1:effectLst/>
              <ns1:uLnTx/>
              <ns1:uFillTx/>
              <ns1:latin typeface="Arial" panose="020B0604020202020204"/>
              <ns1:ea typeface="微软雅黑" panose="020B0503020204020204" pitchFamily="34" charset="-122"/>
              <ns1:cs typeface="+mn-cs"/>
            </ns1:endParaRPr>
          </ns1:p>
        </ns0:txBody>
      </ns0:sp>
      <ns0:grpSp>
        <ns0:nvGrpSpPr>
          <ns0:cNvPr id="106" name="组合 105"/>
          <ns0:cNvGrpSpPr/>
          <ns0:nvPr/>
        </ns0:nvGrpSpPr>
        <ns0:grpSpPr>
          <ns1:xfrm>
            <ns1:off x="8865235" y="100330"/>
            <ns1:ext cx="3552190" cy="718820"/>
            <ns1:chOff x="13142" y="1264"/>
            <ns1:chExt cx="5594" cy="1132"/>
          </ns1:xfrm>
        </ns0:grpSpPr>
        <ns0:pic>
          <ns0:nvPicPr>
            <ns0:cNvPr id="107" name="图片 106"/>
            <ns0:cNvPicPr>
              <ns1:picLocks noChangeAspect="1"/>
            </ns0:cNvPicPr>
            <ns0:nvPr userDrawn="1"/>
          </ns0:nvPicPr>
          <ns0:blipFill rotWithShape="1">
            <ns1:blip ns2:embed="rId2"/>
            <ns1:srcRect r="24054"/>
            <ns1:stretch>
              <ns1:fillRect/>
            </ns1:stretch>
          </ns0:blipFill>
          <ns0:spPr>
            <ns1:xfrm>
              <ns1:off x="13142" y="1264"/>
              <ns1:ext cx="2742" cy="1133"/>
            </ns1:xfrm>
            <ns1:prstGeom prst="rect">
              <ns1:avLst/>
            </ns1:prstGeom>
          </ns0:spPr>
        </ns0:pic>
        <ns0:sp>
          <ns0:nvSpPr>
            <ns0:cNvPr id="108" name="文本框 107"/>
            <ns0:cNvSpPr txBox="1"/>
            <ns0:nvPr userDrawn="1"/>
          </ns0:nvSpPr>
          <ns0:spPr>
            <ns1:xfrm>
              <ns1:off x="15976" y="1452"/>
              <ns1:ext cx="2761" cy="758"/>
            </ns1:xfrm>
            <ns1:prstGeom prst="rect">
              <ns1:avLst/>
            </ns1:prstGeom>
            <ns1:noFill/>
          </ns0:spPr>
          <ns0:txBody>
            <ns1:bodyPr wrap="square">
              <ns1:spAutoFit/>
            </ns1:bodyPr>
            <ns1:lstStyle/>
            <ns1:p>
              <ns1:pPr marL="0" marR="0" lvl="0" indent="0" defTabSz="914400" eaLnBrk="1" fontAlgn="auto" latinLnBrk="0" hangingPunct="1">
                <ns1:lnSpc>
                  <ns1:spcPct val="12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050" b="0" i="0" u="none" strike="noStrike" kern="0" cap="none" spc="0" normalizeH="0" baseline="0" noProof="0" dirty="0">
                  <ns1:ln>
                    <ns1:noFill/>
                  </ns1:ln>
                  <ns1:solidFill>
                    <ns1:srgbClr val="8EA2A9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</ns1:rPr>
                <ns1:t>企业数字化赋能者 </ns1:t>
              </ns1:r>
              <ns1:endParaRPr kumimoji="0" lang="en-US" altLang="zh-CN" sz="1050" b="0" i="0" u="none" strike="noStrike" kern="0" cap="none" spc="0" normalizeH="0" baseline="0" noProof="0" dirty="0">
                <ns1:ln>
                  <ns1:noFill/>
                </ns1:ln>
                <ns1:solidFill>
                  <ns1:srgbClr val="8EA2A9"/>
                </ns1:solidFill>
                <ns1:effectLst/>
                <ns1:uLnTx/>
                <ns1:uFillTx/>
                <ns1:latin typeface="Arial" panose="020B0604020202020204"/>
                <ns1:ea typeface="微软雅黑" panose="020B0503020204020204" pitchFamily="34" charset="-122"/>
              </ns1:endParaRPr>
            </ns1:p>
            <ns1:p>
              <ns1:pPr marL="0" marR="0" lvl="0" indent="0" defTabSz="914400" eaLnBrk="1" fontAlgn="auto" latinLnBrk="0" hangingPunct="1">
                <ns1:lnSpc>
                  <ns1:spcPct val="12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050" b="0" i="0" u="none" strike="noStrike" kern="0" cap="none" spc="0" normalizeH="0" baseline="0" noProof="0" dirty="0">
                  <ns1:ln>
                    <ns1:noFill/>
                  </ns1:ln>
                  <ns1:solidFill>
                    <ns1:srgbClr val="8EA2A9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</ns1:rPr>
                <ns1:t>工业管理软件践行者</ns1:t>
              </ns1:r>
            </ns1:p>
          </ns0:txBody>
        </ns0:sp>
        <ns0:cxnSp>
          <ns0:nvCxnSpPr>
            <ns0:cNvPr id="109" name="直接连接符 108"/>
            <ns0:cNvCxnSpPr/>
            <ns0:nvPr userDrawn="1"/>
          </ns0:nvCxnSpPr>
          <ns0:spPr>
            <ns1:xfrm>
              <ns1:off x="15886" y="1599"/>
              <ns1:ext cx="0" cy="478"/>
            </ns1:xfrm>
            <ns1:prstGeom prst="line">
              <ns1:avLst/>
            </ns1:prstGeom>
            <ns1:noFill/>
            <ns1:ln w="12700" cap="flat" cmpd="sng" algn="ctr">
              <ns1:solidFill>
                <ns1:srgbClr val="8EA2A9"/>
              </ns1:solidFill>
              <ns1:prstDash val="solid"/>
              <ns1:miter lim="800000"/>
            </ns1:ln>
            <ns1:effectLst/>
          </ns0:spPr>
        </ns0:cxnSp>
      </ns0:grpSp>
      <ns0:sp>
        <ns0:nvSpPr>
          <ns0:cNvPr id="110" name="文本框 109"/>
          <ns0:cNvSpPr txBox="1"/>
          <ns0:nvPr/>
        </ns0:nvSpPr>
        <ns0:spPr>
          <ns1:xfrm>
            <ns1:off x="1503021" y="4783280"/>
            <ns1:ext cx="798693" cy="52197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altLang="zh-CN" sz="2800" b="1" dirty="0">
                <ns1:gradFill flip="none" rotWithShape="1">
                  <ns1:gsLst>
                    <ns1:gs pos="0">
                      <ns1:srgbClr val="AD053D">
                        <ns1:alpha val="0"/>
                      </ns1:srgbClr>
                    </ns1:gs>
                    <ns1:gs pos="100000">
                      <ns1:srgbClr val="AD053D"/>
                    </ns1:gs>
                  </ns1:gsLst>
                  <ns1:lin ang="16200000" scaled="1"/>
                  <ns1:tileRect/>
                </ns1:gradFill>
                <ns1:latin typeface="Arial" panose="020B0604020202020204"/>
                <ns1:ea typeface="微软雅黑" panose="020B0503020204020204" pitchFamily="34" charset="-122"/>
              </ns1:rPr>
              <ns1:t>05</ns1:t>
            </ns1:r>
            <ns1:endParaRPr lang="zh-CN" altLang="en-US" sz="2800" b="1" dirty="0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16200000" scaled="1"/>
                <ns1:tileRect/>
              </ns1:gradFill>
              <ns1:latin typeface="Arial" panose="020B0604020202020204"/>
              <ns1:ea typeface="微软雅黑" panose="020B0503020204020204" pitchFamily="34" charset="-122"/>
            </ns1:endParaRPr>
          </ns1:p>
        </ns0:txBody>
      </ns0:sp>
      <ns0:grpSp>
        <ns0:nvGrpSpPr>
          <ns0:cNvPr id="111" name="组合 110"/>
          <ns0:cNvGrpSpPr/>
          <ns0:nvPr/>
        </ns0:nvGrpSpPr>
        <ns0:grpSpPr>
          <ns1:xfrm>
            <ns1:off x="1452939" y="4083077"/>
            <ns1:ext cx="4077153" cy="73789"/>
            <ns1:chOff x="10228870" y="-1876245"/>
            <ns1:chExt cx="1109599" cy="49098"/>
          </ns1:xfrm>
        </ns0:grpSpPr>
        <ns0:cxnSp>
          <ns0:nvCxnSpPr>
            <ns0:cNvPr id="112" name="直接连接符 111"/>
            <ns0:cNvCxnSpPr/>
            <ns0:nvPr/>
          </ns0:nvCxnSpPr>
          <ns0:spPr>
            <ns1:xfrm>
              <ns1:off x="10228870" y="-1827147"/>
              <ns1:ext cx="208749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8EA2A9">
                      <ns1:alpha val="0"/>
                    </ns1:srgbClr>
                  </ns1:gs>
                  <ns1:gs pos="100000">
                    <ns1:srgbClr val="8EA2A9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  <ns0:cxnSp>
          <ns0:nvCxnSpPr>
            <ns0:cNvPr id="113" name="直接连接符 112"/>
            <ns0:cNvCxnSpPr/>
            <ns0:nvPr/>
          </ns0:nvCxnSpPr>
          <ns0:spPr>
            <ns1:xfrm>
              <ns1:off x="10273345" y="-1876245"/>
              <ns1:ext cx="1065124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</ns0:grpSp>
      <ns0:grpSp>
        <ns0:nvGrpSpPr>
          <ns0:cNvPr id="114" name="组合 113"/>
          <ns0:cNvGrpSpPr/>
          <ns0:nvPr/>
        </ns0:nvGrpSpPr>
        <ns0:grpSpPr>
          <ns1:xfrm>
            <ns1:off x="1534854" y="5380382"/>
            <ns1:ext cx="4077153" cy="73789"/>
            <ns1:chOff x="10228870" y="-1876245"/>
            <ns1:chExt cx="1109599" cy="49098"/>
          </ns1:xfrm>
        </ns0:grpSpPr>
        <ns0:cxnSp>
          <ns0:nvCxnSpPr>
            <ns0:cNvPr id="115" name="直接连接符 114"/>
            <ns0:cNvCxnSpPr/>
            <ns0:nvPr/>
          </ns0:nvCxnSpPr>
          <ns0:spPr>
            <ns1:xfrm>
              <ns1:off x="10228870" y="-1827147"/>
              <ns1:ext cx="208749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8EA2A9">
                      <ns1:alpha val="0"/>
                    </ns1:srgbClr>
                  </ns1:gs>
                  <ns1:gs pos="100000">
                    <ns1:srgbClr val="8EA2A9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  <ns0:cxnSp>
          <ns0:nvCxnSpPr>
            <ns0:cNvPr id="116" name="直接连接符 115"/>
            <ns0:cNvCxnSpPr/>
            <ns0:nvPr/>
          </ns0:nvCxnSpPr>
          <ns0:spPr>
            <ns1:xfrm>
              <ns1:off x="10273345" y="-1876245"/>
              <ns1:ext cx="1065124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</ns0:grpSp>
      <ns0:sp>
        <ns0:nvSpPr>
          <ns0:cNvPr id="117" name="文本框 116"/>
          <ns0:cNvSpPr txBox="1"/>
          <ns0:nvPr/>
        </ns0:nvSpPr>
        <ns0:spPr>
          <ns1:xfrm>
            <ns1:off x="1518896" y="3435810"/>
            <ns1:ext cx="798693" cy="52322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altLang="zh-CN" sz="2800" b="1" dirty="0">
                <ns1:gradFill flip="none" rotWithShape="1">
                  <ns1:gsLst>
                    <ns1:gs pos="0">
                      <ns1:srgbClr val="AD053D">
                        <ns1:alpha val="0"/>
                      </ns1:srgbClr>
                    </ns1:gs>
                    <ns1:gs pos="100000">
                      <ns1:srgbClr val="AD053D"/>
                    </ns1:gs>
                  </ns1:gsLst>
                  <ns1:lin ang="16200000" scaled="1"/>
                  <ns1:tileRect/>
                </ns1:gradFill>
                <ns1:latin typeface="Arial" panose="020B0604020202020204"/>
                <ns1:ea typeface="微软雅黑" panose="020B0503020204020204" pitchFamily="34" charset="-122"/>
              </ns1:rPr>
              <ns1:t>03</ns1:t>
            </ns1:r>
            <ns1:endParaRPr lang="zh-CN" altLang="en-US" sz="2800" b="1" dirty="0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16200000" scaled="1"/>
                <ns1:tileRect/>
              </ns1:gradFill>
              <ns1:latin typeface="Arial" panose="020B0604020202020204"/>
              <ns1:ea typeface="微软雅黑" panose="020B0503020204020204" pitchFamily="34" charset="-122"/>
            </ns1:endParaRPr>
          </ns1:p>
        </ns0:txBody>
      </ns0:sp>
      <ns0:grpSp>
        <ns0:nvGrpSpPr>
          <ns0:cNvPr id="118" name="组合 117"/>
          <ns0:cNvGrpSpPr/>
          <ns0:nvPr/>
        </ns0:nvGrpSpPr>
        <ns0:grpSpPr>
          <ns1:xfrm>
            <ns1:off x="6834564" y="4083077"/>
            <ns1:ext cx="4077153" cy="73789"/>
            <ns1:chOff x="10228870" y="-1876245"/>
            <ns1:chExt cx="1109599" cy="49098"/>
          </ns1:xfrm>
        </ns0:grpSpPr>
        <ns0:cxnSp>
          <ns0:nvCxnSpPr>
            <ns0:cNvPr id="119" name="直接连接符 118"/>
            <ns0:cNvCxnSpPr/>
            <ns0:nvPr/>
          </ns0:nvCxnSpPr>
          <ns0:spPr>
            <ns1:xfrm>
              <ns1:off x="10228870" y="-1827147"/>
              <ns1:ext cx="208749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8EA2A9">
                      <ns1:alpha val="0"/>
                    </ns1:srgbClr>
                  </ns1:gs>
                  <ns1:gs pos="100000">
                    <ns1:srgbClr val="8EA2A9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  <ns0:cxnSp>
          <ns0:nvCxnSpPr>
            <ns0:cNvPr id="120" name="直接连接符 119"/>
            <ns0:cNvCxnSpPr/>
            <ns0:nvPr/>
          </ns0:nvCxnSpPr>
          <ns0:spPr>
            <ns1:xfrm>
              <ns1:off x="10273345" y="-1876245"/>
              <ns1:ext cx="1065124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</ns0:grpSp>
      <ns0:sp>
        <ns0:nvSpPr>
          <ns0:cNvPr id="121" name="文本框 120"/>
          <ns0:cNvSpPr txBox="1"/>
          <ns0:nvPr/>
        </ns0:nvSpPr>
        <ns0:spPr>
          <ns1:xfrm>
            <ns1:off x="6834481" y="3488515"/>
            <ns1:ext cx="798693" cy="52197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altLang="zh-CN" sz="2800" b="1" dirty="0">
                <ns1:gradFill flip="none" rotWithShape="1">
                  <ns1:gsLst>
                    <ns1:gs pos="0">
                      <ns1:srgbClr val="AD053D">
                        <ns1:alpha val="0"/>
                      </ns1:srgbClr>
                    </ns1:gs>
                    <ns1:gs pos="100000">
                      <ns1:srgbClr val="AD053D"/>
                    </ns1:gs>
                  </ns1:gsLst>
                  <ns1:lin ang="16200000" scaled="1"/>
                  <ns1:tileRect/>
                </ns1:gradFill>
                <ns1:latin typeface="Arial" panose="020B0604020202020204"/>
                <ns1:ea typeface="微软雅黑" panose="020B0503020204020204" pitchFamily="34" charset="-122"/>
              </ns1:rPr>
              <ns1:t>04</ns1:t>
            </ns1:r>
            <ns1:endParaRPr lang="zh-CN" altLang="en-US" sz="2800" b="1" dirty="0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16200000" scaled="1"/>
                <ns1:tileRect/>
              </ns1:gradFill>
              <ns1:latin typeface="Arial" panose="020B0604020202020204"/>
              <ns1:ea typeface="微软雅黑" panose="020B0503020204020204" pitchFamily="34" charset="-122"/>
            </ns1:endParaRPr>
          </ns1:p>
        </ns0:txBody>
      </ns0:sp>
      <ns0:sp>
        <ns0:nvSpPr>
          <ns0:cNvPr id="7" name="文本占位符 1"/>
          <ns0:cNvSpPr txBox="1"/>
          <ns0:nvPr/>
        </ns0:nvSpPr>
        <ns0:spPr>
          <ns1:xfrm>
            <ns1:off x="2124472" y="2306108"/>
            <ns1:ext cx="3587261" cy="469616"/>
          </ns1:xfrm>
          <ns1:prstGeom prst="rect">
            <ns1:avLst/>
          </ns1:prstGeom>
          <ns1:noFill/>
        </ns0:spPr>
        <ns0:txBody>
          <ns1:bodyPr vert="horz" wrap="square" lIns="91440" tIns="45720" rIns="91440" bIns="45720" rtlCol="0">
            <ns1:spAutoFit/>
          </ns1:bodyPr>
          <ns1:lstStyle>
            <ns1:defPPr>
              <ns1:defRPr lang="zh-CN"/>
            </ns1:defPPr>
            <ns1:lvl1pPr marR="0" indent="0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Font typeface="Arial" panose="020B0604020202020204" pitchFamily="34" charset="0"/>
              <ns1:buNone/>
              <ns1:defRPr sz="2400" spc="100">
                <ns1:solidFill>
                  <ns1:srgbClr val="B8C4C9"/>
                </ns1:solidFill>
                <ns1:ea typeface="微软雅黑" panose="020B0503020204020204" pitchFamily="34" charset="-122"/>
              </ns1:defRPr>
            </ns1:lvl1pPr>
            <ns1:lvl2pPr marL="6858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2pPr>
            <ns1:lvl3pPr marL="11430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3pPr>
            <ns1:lvl4pPr marL="16002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4pPr>
            <ns1:lvl5pPr marL="20574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5pPr>
            <ns1:lvl6pPr marL="25146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6pPr>
            <ns1:lvl7pPr marL="29718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7pPr>
            <ns1:lvl8pPr marL="34290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8pPr>
            <ns1:lvl9pPr marL="38862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9pPr>
          </ns1:lstStyle>
          <ns1:p>
            <ns1:r>
              <ns1:rPr lang="zh-CN" altLang="en-US" dirty="0">
                <ns1:solidFill>
                  <ns1:srgbClr val="AD043D"/>
                </ns1:solidFill>
              </ns1:rPr>
              <ns1:t>赛意公司简介</ns1:t>
            </ns1:r>
          </ns1:p>
        </ns0:txBody>
      </ns0:sp>
      <ns0:sp>
        <ns0:nvSpPr>
          <ns0:cNvPr id="8" name="文本占位符 4"/>
          <ns0:cNvSpPr txBox="1"/>
          <ns0:nvPr/>
        </ns0:nvSpPr>
        <ns0:spPr>
          <ns1:xfrm>
            <ns1:off x="7426888" y="2342710"/>
            <ns1:ext cx="3587261" cy="469616"/>
          </ns1:xfrm>
          <ns1:prstGeom prst="rect">
            <ns1:avLst/>
          </ns1:prstGeom>
          <ns1:noFill/>
        </ns0:spPr>
        <ns0:txBody>
          <ns1:bodyPr vert="horz" wrap="square" lIns="91440" tIns="45720" rIns="91440" bIns="45720" rtlCol="0">
            <ns1:spAutoFit/>
          </ns1:bodyPr>
          <ns1:lstStyle>
            <ns1:lvl1pPr marL="0" marR="0" indent="0" algn="l" defTabSz="914400" rtl="0" eaLnBrk="1" latinLnBrk="0" hangingPunct="1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Font typeface="Arial" panose="020B0604020202020204" pitchFamily="34" charset="0"/>
              <ns1:buChar char="•"/>
              <ns1:defRPr lang="zh-CN" altLang="en-US" sz="2400" kern="1200" spc="100" smtClean="0">
                <ns1:solidFill>
                  <ns1:schemeClr val="accent2"/>
                </ns1:solidFill>
                <ns1:latin typeface="+mn-lt"/>
                <ns1:ea typeface="+mn-ea"/>
                <ns1:cs typeface="+mn-cs"/>
              </ns1:defRPr>
            </ns1:lvl1pPr>
            <ns1:lvl2pPr marL="6858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 smtClean="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11430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 smtClean="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6002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 smtClean="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20574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5146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9718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4290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8862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>
              <ns1:buNone/>
              <ns1:defRPr/>
            </ns1:pPr>
            <ns1:r>
              <ns1:rPr lang="zh-CN" altLang="en-US" dirty="0">
                <ns1:solidFill>
                  <ns1:srgbClr val="B8C4C9"/>
                </ns1:solidFill>
                <ns1:ea typeface="微软雅黑" panose="020B0503020204020204" pitchFamily="34" charset="-122"/>
              </ns1:rPr>
              <ns1:t>需求理解与整体建议</ns1:t>
            </ns1:r>
            <ns1:endParaRPr kumimoji="0" lang="zh-CN" altLang="en-US" sz="2400" b="0" i="0" u="none" strike="noStrike" kern="1200" cap="none" spc="100" normalizeH="0" baseline="0" noProof="0" dirty="0">
              <ns1:ln>
                <ns1:noFill/>
              </ns1:ln>
              <ns1:solidFill>
                <ns1:srgbClr val="8EA2A9"/>
              </ns1:solidFill>
              <ns1:effectLst/>
              <ns1:uLnTx/>
              <ns1:uFillTx/>
              <ns1:latin typeface="Arial" panose="020B0604020202020204"/>
              <ns1:ea typeface="微软雅黑" panose="020B0503020204020204" pitchFamily="34" charset="-122"/>
              <ns1:cs typeface="+mn-cs"/>
            </ns1:endParaRPr>
          </ns1:p>
        </ns0:txBody>
      </ns0:sp>
      <ns0:grpSp>
        <ns0:nvGrpSpPr>
          <ns0:cNvPr id="9" name="组合 110"/>
          <ns0:cNvGrpSpPr/>
          <ns0:nvPr/>
        </ns0:nvGrpSpPr>
        <ns0:grpSpPr>
          <ns1:xfrm>
            <ns1:off x="1452939" y="2926509"/>
            <ns1:ext cx="4077153" cy="73789"/>
            <ns1:chOff x="10228870" y="-1876245"/>
            <ns1:chExt cx="1109599" cy="49098"/>
          </ns1:xfrm>
        </ns0:grpSpPr>
        <ns0:cxnSp>
          <ns0:nvCxnSpPr>
            <ns0:cNvPr id="10" name="直接连接符 111"/>
            <ns0:cNvCxnSpPr/>
            <ns0:nvPr/>
          </ns0:nvCxnSpPr>
          <ns0:spPr>
            <ns1:xfrm>
              <ns1:off x="10228870" y="-1827147"/>
              <ns1:ext cx="208749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8EA2A9">
                      <ns1:alpha val="0"/>
                    </ns1:srgbClr>
                  </ns1:gs>
                  <ns1:gs pos="100000">
                    <ns1:srgbClr val="8EA2A9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  <ns0:cxnSp>
          <ns0:nvCxnSpPr>
            <ns0:cNvPr id="11" name="直接连接符 112"/>
            <ns0:cNvCxnSpPr/>
            <ns0:nvPr/>
          </ns0:nvCxnSpPr>
          <ns0:spPr>
            <ns1:xfrm>
              <ns1:off x="10273345" y="-1876245"/>
              <ns1:ext cx="1065124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</ns0:grpSp>
      <ns0:sp>
        <ns0:nvSpPr>
          <ns0:cNvPr id="12" name="文本框 116"/>
          <ns0:cNvSpPr txBox="1"/>
          <ns0:nvPr/>
        </ns0:nvSpPr>
        <ns0:spPr>
          <ns1:xfrm>
            <ns1:off x="1518896" y="2279242"/>
            <ns1:ext cx="798693" cy="52322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altLang="zh-CN" sz="2800" b="1" dirty="0">
                <ns1:gradFill flip="none" rotWithShape="1">
                  <ns1:gsLst>
                    <ns1:gs pos="0">
                      <ns1:srgbClr val="AD053D">
                        <ns1:alpha val="0"/>
                      </ns1:srgbClr>
                    </ns1:gs>
                    <ns1:gs pos="100000">
                      <ns1:srgbClr val="AD053D"/>
                    </ns1:gs>
                  </ns1:gsLst>
                  <ns1:lin ang="16200000" scaled="1"/>
                  <ns1:tileRect/>
                </ns1:gradFill>
                <ns1:latin typeface="Arial" panose="020B0604020202020204"/>
                <ns1:ea typeface="微软雅黑" panose="020B0503020204020204" pitchFamily="34" charset="-122"/>
              </ns1:rPr>
              <ns1:t>01</ns1:t>
            </ns1:r>
            <ns1:endParaRPr lang="zh-CN" altLang="en-US" sz="2800" b="1" dirty="0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16200000" scaled="1"/>
                <ns1:tileRect/>
              </ns1:gradFill>
              <ns1:latin typeface="Arial" panose="020B0604020202020204"/>
              <ns1:ea typeface="微软雅黑" panose="020B0503020204020204" pitchFamily="34" charset="-122"/>
            </ns1:endParaRPr>
          </ns1:p>
        </ns0:txBody>
      </ns0:sp>
      <ns0:grpSp>
        <ns0:nvGrpSpPr>
          <ns0:cNvPr id="13" name="组合 117"/>
          <ns0:cNvGrpSpPr/>
          <ns0:nvPr/>
        </ns0:nvGrpSpPr>
        <ns0:grpSpPr>
          <ns1:xfrm>
            <ns1:off x="6834564" y="2926509"/>
            <ns1:ext cx="4077153" cy="73789"/>
            <ns1:chOff x="10228870" y="-1876245"/>
            <ns1:chExt cx="1109599" cy="49098"/>
          </ns1:xfrm>
        </ns0:grpSpPr>
        <ns0:cxnSp>
          <ns0:nvCxnSpPr>
            <ns0:cNvPr id="14" name="直接连接符 118"/>
            <ns0:cNvCxnSpPr/>
            <ns0:nvPr/>
          </ns0:nvCxnSpPr>
          <ns0:spPr>
            <ns1:xfrm>
              <ns1:off x="10228870" y="-1827147"/>
              <ns1:ext cx="208749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8EA2A9">
                      <ns1:alpha val="0"/>
                    </ns1:srgbClr>
                  </ns1:gs>
                  <ns1:gs pos="100000">
                    <ns1:srgbClr val="8EA2A9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  <ns0:cxnSp>
          <ns0:nvCxnSpPr>
            <ns0:cNvPr id="15" name="直接连接符 119"/>
            <ns0:cNvCxnSpPr/>
            <ns0:nvPr/>
          </ns0:nvCxnSpPr>
          <ns0:spPr>
            <ns1:xfrm>
              <ns1:off x="10273345" y="-1876245"/>
              <ns1:ext cx="1065124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</ns0:grpSp>
      <ns0:sp>
        <ns0:nvSpPr>
          <ns0:cNvPr id="16" name="文本框 120"/>
          <ns0:cNvSpPr txBox="1"/>
          <ns0:nvPr/>
        </ns0:nvSpPr>
        <ns0:spPr>
          <ns1:xfrm>
            <ns1:off x="6834481" y="2331947"/>
            <ns1:ext cx="798693" cy="52197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altLang="zh-CN" sz="2800" b="1" dirty="0">
                <ns1:gradFill flip="none" rotWithShape="1">
                  <ns1:gsLst>
                    <ns1:gs pos="0">
                      <ns1:srgbClr val="AD053D">
                        <ns1:alpha val="0"/>
                      </ns1:srgbClr>
                    </ns1:gs>
                    <ns1:gs pos="100000">
                      <ns1:srgbClr val="AD053D"/>
                    </ns1:gs>
                  </ns1:gsLst>
                  <ns1:lin ang="16200000" scaled="1"/>
                  <ns1:tileRect/>
                </ns1:gradFill>
                <ns1:latin typeface="Arial" panose="020B0604020202020204"/>
                <ns1:ea typeface="微软雅黑" panose="020B0503020204020204" pitchFamily="34" charset="-122"/>
              </ns1:rPr>
              <ns1:t>02</ns1:t>
            </ns1:r>
            <ns1:endParaRPr lang="zh-CN" altLang="en-US" sz="2800" b="1" dirty="0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16200000" scaled="1"/>
                <ns1:tileRect/>
              </ns1:gradFill>
              <ns1:latin typeface="Arial" panose="020B0604020202020204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65" name="矩形 64"/>
          <ns0:cNvSpPr/>
          <ns0:nvPr/>
        </ns0:nvSpPr>
        <ns0:spPr>
          <ns1:xfrm>
            <ns1:off x="0" y="0"/>
            <ns1:ext cx="3173449" cy="6858000"/>
          </ns1:xfrm>
          <ns1:prstGeom prst="rect">
            <ns1:avLst/>
          </ns1:prstGeom>
          <ns1:solidFill>
            <ns1:srgbClr val="8EA2A9"/>
          </ns1:solidFill>
          <ns1:ln w="12700" cap="flat" cmpd="sng" algn="ctr">
            <ns1:noFill/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800" b="0" i="0" u="none" strike="noStrike" kern="0" cap="none" spc="0" normalizeH="0" baseline="0" noProof="0">
              <ns1:ln>
                <ns1:noFill/>
              </ns1:ln>
              <ns1:solidFill>
                <ns1:srgbClr val="FFFFFF"/>
              </ns1:solidFill>
              <ns1:effectLst/>
              <ns1:uLnTx/>
              <ns1:uFillTx/>
              <ns1:latin typeface="Arial" panose="020B0604020202020204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66" name="文本框 65"/>
          <ns0:cNvSpPr txBox="1"/>
          <ns0:nvPr/>
        </ns0:nvSpPr>
        <ns0:spPr>
          <ns1:xfrm>
            <ns1:off x="630515" y="606355"/>
            <ns1:ext cx="1334442" cy="728661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lnSpc>
                <ns1:spcPct val="110000"/>
              </ns1:lnSpc>
            </ns1:pPr>
            <ns1:r>
              <ns1:rPr lang="zh-CN" altLang="en-US" sz="4000" spc="100" dirty="0">
                <ns1:solidFill>
                  <ns1:srgbClr val="FFFFFF"/>
                </ns1:solidFill>
                <ns1:latin typeface="Arial" panose="020B0604020202020204"/>
                <ns1:ea typeface="微软雅黑" panose="020B0503020204020204" pitchFamily="34" charset="-122"/>
              </ns1:rPr>
              <ns1:t>目录</ns1:t>
            </ns1:r>
            <ns1:endParaRPr lang="en-US" altLang="zh-CN" sz="4000" spc="100" dirty="0">
              <ns1:solidFill>
                <ns1:srgbClr val="FFFFFF"/>
              </ns1:solidFill>
              <ns1:latin typeface="Arial" panose="020B0604020202020204"/>
              <ns1:ea typeface="微软雅黑" panose="020B0503020204020204" pitchFamily="34" charset="-122"/>
            </ns1:endParaRPr>
          </ns1:p>
        </ns0:txBody>
      </ns0:sp>
      <ns0:sp>
        <ns0:nvSpPr>
          <ns0:cNvPr id="67" name="文本框 66"/>
          <ns0:cNvSpPr txBox="1"/>
          <ns0:nvPr/>
        </ns0:nvSpPr>
        <ns0:spPr>
          <ns1:xfrm>
            <ns1:off x="720140" y="1273953"/>
            <ns1:ext cx="2029767" cy="378693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lnSpc>
                <ns1:spcPct val="110000"/>
              </ns1:lnSpc>
            </ns1:pPr>
            <ns1:r>
              <ns1:rPr lang="en-US" altLang="zh-CN" spc="100" dirty="0">
                <ns1:solidFill>
                  <ns1:srgbClr val="FFFFFF"/>
                </ns1:solidFill>
                <ns1:latin typeface="Arial" panose="020B0604020202020204"/>
                <ns1:ea typeface="微软雅黑" panose="020B0503020204020204" pitchFamily="34" charset="-122"/>
              </ns1:rPr>
              <ns1:t>Content</ns1:t>
            </ns1:r>
          </ns1:p>
        </ns0:txBody>
      </ns0:sp>
      <ns0:cxnSp>
        <ns0:nvCxnSpPr>
          <ns0:cNvPr id="68" name="直接连接符 67"/>
          <ns0:cNvCxnSpPr/>
          <ns0:nvPr/>
        </ns0:nvCxnSpPr>
        <ns0:spPr>
          <ns1:xfrm>
            <ns1:off x="10827696" y="5646150"/>
            <ns1:ext cx="0" cy="335775"/>
          </ns1:xfrm>
          <ns1:prstGeom prst="line">
            <ns1:avLst/>
          </ns1:prstGeom>
          <ns1:noFill/>
          <ns1:ln w="38100" cap="rnd" cmpd="sng" algn="ctr">
            <ns1:gradFill flip="none" rotWithShape="1">
              <ns1:gsLst>
                <ns1:gs pos="0">
                  <ns1:srgbClr val="8EA2A9">
                    <ns1:alpha val="0"/>
                  </ns1:srgbClr>
                </ns1:gs>
                <ns1:gs pos="100000">
                  <ns1:srgbClr val="8EA2A9"/>
                </ns1:gs>
              </ns1:gsLst>
              <ns1:lin ang="16200000" scaled="1"/>
              <ns1:tileRect/>
            </ns1:gradFill>
            <ns1:prstDash val="solid"/>
            <ns1:round/>
          </ns1:ln>
          <ns1:effectLst/>
        </ns0:spPr>
      </ns0:cxnSp>
      <ns0:sp>
        <ns0:nvSpPr>
          <ns0:cNvPr id="69" name="椭圆 68"/>
          <ns0:cNvSpPr/>
          <ns0:nvPr/>
        </ns0:nvSpPr>
        <ns0:spPr>
          <ns1:xfrm>
            <ns1:off x="11252343" y="5706115"/>
            <ns1:ext cx="72000" cy="72000"/>
          </ns1:xfrm>
          <ns1:prstGeom prst="ellipse">
            <ns1:avLst/>
          </ns1:prstGeom>
          <ns1:solidFill>
            <ns1:srgbClr val="AD053D"/>
          </ns1:solidFill>
          <ns1:ln w="12700" cap="flat" cmpd="sng" algn="ctr">
            <ns1:noFill/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800" b="0" i="0" u="none" strike="noStrike" kern="0" cap="none" spc="0" normalizeH="0" baseline="0" noProof="0">
              <ns1:ln>
                <ns1:noFill/>
              </ns1:ln>
              <ns1:solidFill>
                <ns1:srgbClr val="FFFFFF"/>
              </ns1:solidFill>
              <ns1:effectLst/>
              <ns1:uLnTx/>
              <ns1:uFillTx/>
              <ns1:latin typeface="Arial" panose="020B0604020202020204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70" name="椭圆 69"/>
          <ns0:cNvSpPr/>
          <ns0:nvPr/>
        </ns0:nvSpPr>
        <ns0:spPr>
          <ns1:xfrm>
            <ns1:off x="10623061" y="5866482"/>
            <ns1:ext cx="36000" cy="36000"/>
          </ns1:xfrm>
          <ns1:prstGeom prst="ellipse">
            <ns1:avLst/>
          </ns1:prstGeom>
          <ns1:solidFill>
            <ns1:srgbClr val="AD053D"/>
          </ns1:solidFill>
          <ns1:ln w="12700" cap="flat" cmpd="sng" algn="ctr">
            <ns1:noFill/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800" b="0" i="0" u="none" strike="noStrike" kern="0" cap="none" spc="0" normalizeH="0" baseline="0" noProof="0">
              <ns1:ln>
                <ns1:noFill/>
              </ns1:ln>
              <ns1:solidFill>
                <ns1:srgbClr val="FFFFFF"/>
              </ns1:solidFill>
              <ns1:effectLst/>
              <ns1:uLnTx/>
              <ns1:uFillTx/>
              <ns1:latin typeface="Arial" panose="020B0604020202020204"/>
              <ns1:ea typeface="微软雅黑" panose="020B0503020204020204" pitchFamily="34" charset="-122"/>
              <ns1:cs typeface="+mn-cs"/>
            </ns1:endParaRPr>
          </ns1:p>
        </ns0:txBody>
      </ns0:sp>
      <ns0:grpSp>
        <ns0:nvGrpSpPr>
          <ns0:cNvPr id="71" name="组合 70"/>
          <ns0:cNvGrpSpPr/>
          <ns0:nvPr/>
        </ns0:nvGrpSpPr>
        <ns0:grpSpPr>
          <ns1:xfrm>
            <ns1:off x="10803102" y="4768117"/>
            <ns1:ext cx="894951" cy="2153732"/>
            <ns1:chOff x="7932383" y="1237483"/>
            <ns1:chExt cx="1656167" cy="3985627"/>
          </ns1:xfrm>
        </ns0:grpSpPr>
        <ns0:grpSp>
          <ns0:nvGrpSpPr>
            <ns0:cNvPr id="72" name="组合 71"/>
            <ns0:cNvGrpSpPr/>
            <ns0:nvPr/>
          </ns0:nvGrpSpPr>
          <ns0:grpSpPr>
            <ns1:xfrm>
              <ns1:off x="7932383" y="1237483"/>
              <ns1:ext cx="1656167" cy="3985627"/>
              <ns1:chOff x="8854316" y="1476349"/>
              <ns1:chExt cx="1656167" cy="3985627"/>
            </ns1:xfrm>
          </ns0:grpSpPr>
          <ns0:sp>
            <ns0:nvSpPr>
              <ns0:cNvPr id="77" name="六边形 76"/>
              <ns0:cNvSpPr/>
              <ns0:nvPr/>
            </ns0:nvSpPr>
            <ns0:spPr>
              <ns1:xfrm rot="5400000">
                <ns1:off x="7705005" y="2689240"/>
                <ns1:ext cx="3952238" cy="1593233"/>
              </ns1:xfrm>
              <ns1:prstGeom prst="hexagon">
                <ns1:avLst>
                  <ns1:gd name="adj" fmla="val 20346"/>
                  <ns1:gd name="vf" fmla="val 115470"/>
                </ns1:avLst>
              </ns1:prstGeom>
              <ns1:gradFill flip="none" rotWithShape="1">
                <ns1:gsLst>
                  <ns1:gs pos="3000">
                    <ns1:srgbClr val="AD053D">
                      <ns1:alpha val="0"/>
                    </ns1:srgbClr>
                  </ns1:gs>
                  <ns1:gs pos="100000">
                    <ns1:srgbClr val="AD053D">
                      <ns1:alpha val="13000"/>
                    </ns1:srgbClr>
                  </ns1:gs>
                </ns1:gsLst>
                <ns1:lin ang="10800000" scaled="1"/>
                <ns1:tileRect/>
              </ns1:gradFill>
              <ns1:ln w="12700" cap="flat" cmpd="sng" algn="ctr">
                <ns1:gradFill flip="none" rotWithShape="1">
                  <ns1:gsLst>
                    <ns1:gs pos="0">
                      <ns1:srgbClr val="AD053D">
                        <ns1:alpha val="0"/>
                      </ns1:srgbClr>
                    </ns1:gs>
                    <ns1:gs pos="100000">
                      <ns1:srgbClr val="AD053D">
                        <ns1:alpha val="55000"/>
                      </ns1:srgbClr>
                    </ns1:gs>
                  </ns1:gsLst>
                  <ns1:lin ang="10800000" scaled="1"/>
                  <ns1:tileRect/>
                </ns1:gradFill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 dirty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78" name="椭圆 77"/>
              <ns0:cNvSpPr/>
              <ns0:nvPr/>
            </ns0:nvSpPr>
            <ns0:spPr>
              <ns1:xfrm>
                <ns1:off x="9641624" y="1476349"/>
                <ns1:ext cx="72000" cy="72000"/>
              </ns1:xfrm>
              <ns1:prstGeom prst="ellipse">
                <ns1:avLst/>
              </ns1:prstGeom>
              <ns1:solidFill>
                <ns1:srgbClr val="AD053D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79" name="椭圆 78"/>
              <ns0:cNvSpPr/>
              <ns0:nvPr/>
            </ns0:nvSpPr>
            <ns0:spPr>
              <ns1:xfrm>
                <ns1:off x="8854316" y="1808324"/>
                <ns1:ext cx="72000" cy="72000"/>
              </ns1:xfrm>
              <ns1:prstGeom prst="ellipse">
                <ns1:avLst/>
              </ns1:prstGeom>
              <ns1:solidFill>
                <ns1:srgbClr val="AD053D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80" name="椭圆 79"/>
              <ns0:cNvSpPr/>
              <ns0:nvPr/>
            </ns0:nvSpPr>
            <ns0:spPr>
              <ns1:xfrm>
                <ns1:off x="10438483" y="1806315"/>
                <ns1:ext cx="72000" cy="72000"/>
              </ns1:xfrm>
              <ns1:prstGeom prst="ellipse">
                <ns1:avLst/>
              </ns1:prstGeom>
              <ns1:solidFill>
                <ns1:srgbClr val="AD053D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</ns0:grpSp>
        <ns0:grpSp>
          <ns0:nvGrpSpPr>
            <ns0:cNvPr id="73" name="组合 72"/>
            <ns0:cNvGrpSpPr/>
            <ns0:nvPr/>
          </ns0:nvGrpSpPr>
          <ns0:grpSpPr>
            <ns1:xfrm>
              <ns1:off x="8133347" y="1502482"/>
              <ns1:ext cx="1250009" cy="3670942"/>
              <ns1:chOff x="9680544" y="2138994"/>
              <ns1:chExt cx="1250009" cy="3670942"/>
            </ns1:xfrm>
          </ns0:grpSpPr>
          <ns0:sp>
            <ns0:nvSpPr>
              <ns0:cNvPr id="74" name="矩形 73"/>
              <ns0:cNvSpPr/>
              <ns0:nvPr/>
            </ns0:nvSpPr>
            <ns0:spPr>
              <ns1:xfrm>
                <ns1:off x="9680800" y="2399981"/>
                <ns1:ext cx="625794" cy="3409955"/>
              </ns1:xfrm>
              <ns1:prstGeom prst="rect">
                <ns1:avLst/>
              </ns1:prstGeom>
              <ns1:gradFill flip="none" rotWithShape="1">
                <ns1:gsLst>
                  <ns1:gs pos="24000">
                    <ns1:srgbClr val="AD053D">
                      <ns1:alpha val="0"/>
                    </ns1:srgbClr>
                  </ns1:gs>
                  <ns1:gs pos="76000">
                    <ns1:srgbClr val="AD053D"/>
                  </ns1:gs>
                </ns1:gsLst>
                <ns1:lin ang="162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 dirty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75" name="矩形 74"/>
              <ns0:cNvSpPr/>
              <ns0:nvPr/>
            </ns0:nvSpPr>
            <ns0:spPr>
              <ns1:xfrm>
                <ns1:off x="10297986" y="2399981"/>
                <ns1:ext cx="625794" cy="3409955"/>
              </ns1:xfrm>
              <ns1:prstGeom prst="rect">
                <ns1:avLst/>
              </ns1:prstGeom>
              <ns1:gradFill flip="none" rotWithShape="1">
                <ns1:gsLst>
                  <ns1:gs pos="23000">
                    <ns1:srgbClr val="EE004A">
                      <ns1:alpha val="0"/>
                    </ns1:srgbClr>
                  </ns1:gs>
                  <ns1:gs pos="63000">
                    <ns1:srgbClr val="EE004A"/>
                  </ns1:gs>
                </ns1:gsLst>
                <ns1:lin ang="162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76" name="菱形 75"/>
              <ns0:cNvSpPr/>
              <ns0:nvPr/>
            </ns0:nvSpPr>
            <ns0:spPr>
              <ns1:xfrm>
                <ns1:off x="9680544" y="2138994"/>
                <ns1:ext cx="1250009" cy="521116"/>
              </ns1:xfrm>
              <ns1:prstGeom prst="diamond">
                <ns1:avLst/>
              </ns1:prstGeom>
              <ns1:gradFill flip="none" rotWithShape="1">
                <ns1:gsLst>
                  <ns1:gs pos="0">
                    <ns1:srgbClr val="AD053D"/>
                  </ns1:gs>
                  <ns1:gs pos="100000">
                    <ns1:srgbClr val="EE004A"/>
                  </ns1:gs>
                </ns1:gsLst>
                <ns1:lin ang="108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</ns0:grpSp>
      </ns0:grpSp>
      <ns0:grpSp>
        <ns0:nvGrpSpPr>
          <ns0:cNvPr id="81" name="组合 80"/>
          <ns0:cNvGrpSpPr/>
          <ns0:nvPr/>
        </ns0:nvGrpSpPr>
        <ns0:grpSpPr>
          <ns1:xfrm>
            <ns1:off x="10340196" y="5573612"/>
            <ns1:ext cx="754426" cy="1361660"/>
            <ns1:chOff x="7860291" y="7394087"/>
            <ns1:chExt cx="1110550" cy="2004428"/>
          </ns1:xfrm>
        </ns0:grpSpPr>
        <ns0:grpSp>
          <ns0:nvGrpSpPr>
            <ns0:cNvPr id="82" name="组合 81"/>
            <ns0:cNvGrpSpPr/>
            <ns0:nvPr/>
          </ns0:nvGrpSpPr>
          <ns0:grpSpPr>
            <ns1:xfrm>
              <ns1:off x="7860291" y="7394087"/>
              <ns1:ext cx="1110550" cy="2004428"/>
              <ns1:chOff x="8854316" y="1476349"/>
              <ns1:chExt cx="1656165" cy="2989207"/>
            </ns1:xfrm>
          </ns0:grpSpPr>
          <ns0:sp>
            <ns0:nvSpPr>
              <ns0:cNvPr id="87" name="六边形 86"/>
              <ns0:cNvSpPr/>
              <ns0:nvPr/>
            </ns0:nvSpPr>
            <ns0:spPr>
              <ns1:xfrm rot="5400000">
                <ns1:off x="8203213" y="2191032"/>
                <ns1:ext cx="2955817" cy="1593232"/>
              </ns1:xfrm>
              <ns1:prstGeom prst="hexagon">
                <ns1:avLst>
                  <ns1:gd name="adj" fmla="val 20346"/>
                  <ns1:gd name="vf" fmla="val 115470"/>
                </ns1:avLst>
              </ns1:prstGeom>
              <ns1:gradFill flip="none" rotWithShape="1">
                <ns1:gsLst>
                  <ns1:gs pos="0">
                    <ns1:srgbClr val="8EA2A9">
                      <ns1:alpha val="0"/>
                    </ns1:srgbClr>
                  </ns1:gs>
                  <ns1:gs pos="100000">
                    <ns1:srgbClr val="8EA2A9">
                      <ns1:alpha val="13000"/>
                    </ns1:srgbClr>
                  </ns1:gs>
                </ns1:gsLst>
                <ns1:lin ang="10800000" scaled="1"/>
                <ns1:tileRect/>
              </ns1:gradFill>
              <ns1:ln w="12700" cap="flat" cmpd="sng" algn="ctr">
                <ns1:gradFill flip="none" rotWithShape="1">
                  <ns1:gsLst>
                    <ns1:gs pos="0">
                      <ns1:srgbClr val="8EA2A9">
                        <ns1:alpha val="0"/>
                      </ns1:srgbClr>
                    </ns1:gs>
                    <ns1:gs pos="100000">
                      <ns1:srgbClr val="8EA2A9"/>
                    </ns1:gs>
                  </ns1:gsLst>
                  <ns1:lin ang="10800000" scaled="1"/>
                  <ns1:tileRect/>
                </ns1:gradFill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88" name="椭圆 87"/>
              <ns0:cNvSpPr/>
              <ns0:nvPr/>
            </ns0:nvSpPr>
            <ns0:spPr>
              <ns1:xfrm>
                <ns1:off x="9641624" y="1476349"/>
                <ns1:ext cx="72000" cy="72000"/>
              </ns1:xfrm>
              <ns1:prstGeom prst="ellipse">
                <ns1:avLst/>
              </ns1:prstGeom>
              <ns1:solidFill>
                <ns1:srgbClr val="8EA2A9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89" name="椭圆 88"/>
              <ns0:cNvSpPr/>
              <ns0:nvPr/>
            </ns0:nvSpPr>
            <ns0:spPr>
              <ns1:xfrm>
                <ns1:off x="8854316" y="1808323"/>
                <ns1:ext cx="72000" cy="72000"/>
              </ns1:xfrm>
              <ns1:prstGeom prst="ellipse">
                <ns1:avLst/>
              </ns1:prstGeom>
              <ns1:solidFill>
                <ns1:srgbClr val="8EA2A9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90" name="椭圆 89"/>
              <ns0:cNvSpPr/>
              <ns0:nvPr/>
            </ns0:nvSpPr>
            <ns0:spPr>
              <ns1:xfrm>
                <ns1:off x="10438481" y="1806314"/>
                <ns1:ext cx="72000" cy="72000"/>
              </ns1:xfrm>
              <ns1:prstGeom prst="ellipse">
                <ns1:avLst/>
              </ns1:prstGeom>
              <ns1:solidFill>
                <ns1:srgbClr val="8EA2A9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</ns0:grpSp>
        <ns0:grpSp>
          <ns0:nvGrpSpPr>
            <ns0:cNvPr id="83" name="组合 82"/>
            <ns0:cNvGrpSpPr/>
            <ns0:nvPr/>
          </ns0:nvGrpSpPr>
          <ns0:grpSpPr>
            <ns1:xfrm>
              <ns1:off x="8017668" y="7543760"/>
              <ns1:ext cx="845627" cy="1617055"/>
              <ns1:chOff x="8160309" y="3595151"/>
              <ns1:chExt cx="845627" cy="1617055"/>
            </ns1:xfrm>
          </ns0:grpSpPr>
          <ns0:sp>
            <ns0:nvSpPr>
              <ns0:cNvPr id="84" name="矩形 83"/>
              <ns0:cNvSpPr/>
              <ns0:nvPr/>
            </ns0:nvSpPr>
            <ns0:spPr>
              <ns1:xfrm>
                <ns1:off x="8160309" y="3777038"/>
                <ns1:ext cx="418042" cy="1435168"/>
              </ns1:xfrm>
              <ns1:prstGeom prst="rect">
                <ns1:avLst/>
              </ns1:prstGeom>
              <ns1:gradFill flip="none" rotWithShape="1">
                <ns1:gsLst>
                  <ns1:gs pos="3000">
                    <ns1:srgbClr val="8EA2A9">
                      <ns1:alpha val="0"/>
                    </ns1:srgbClr>
                  </ns1:gs>
                  <ns1:gs pos="100000">
                    <ns1:srgbClr val="8EA2A9">
                      <ns1:lumMod val="75000"/>
                    </ns1:srgbClr>
                  </ns1:gs>
                </ns1:gsLst>
                <ns1:lin ang="162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85" name="矩形 84"/>
              <ns0:cNvSpPr/>
              <ns0:nvPr/>
            </ns0:nvSpPr>
            <ns0:spPr>
              <ns1:xfrm>
                <ns1:off x="8577125" y="3767457"/>
                <ns1:ext cx="418042" cy="1435168"/>
              </ns1:xfrm>
              <ns1:prstGeom prst="rect">
                <ns1:avLst/>
              </ns1:prstGeom>
              <ns1:gradFill flip="none" rotWithShape="1">
                <ns1:gsLst>
                  <ns1:gs pos="13000">
                    <ns1:srgbClr val="8EA2A9">
                      <ns1:lumMod val="60000"/>
                      <ns1:lumOff val="40000"/>
                      <ns1:alpha val="0"/>
                    </ns1:srgbClr>
                  </ns1:gs>
                  <ns1:gs pos="100000">
                    <ns1:srgbClr val="8EA2A9">
                      <ns1:lumMod val="60000"/>
                      <ns1:lumOff val="40000"/>
                    </ns1:srgbClr>
                  </ns1:gs>
                </ns1:gsLst>
                <ns1:lin ang="162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86" name="菱形 85"/>
              <ns0:cNvSpPr/>
              <ns0:nvPr/>
            </ns0:nvSpPr>
            <ns0:spPr>
              <ns1:xfrm>
                <ns1:off x="8160309" y="3595151"/>
                <ns1:ext cx="845627" cy="363763"/>
              </ns1:xfrm>
              <ns1:prstGeom prst="diamond">
                <ns1:avLst/>
              </ns1:prstGeom>
              <ns1:gradFill flip="none" rotWithShape="1">
                <ns1:gsLst>
                  <ns1:gs pos="0">
                    <ns1:srgbClr val="8EA2A9"/>
                  </ns1:gs>
                  <ns1:gs pos="100000">
                    <ns1:srgbClr val="8EA2A9">
                      <ns1:lumMod val="60000"/>
                      <ns1:lumOff val="40000"/>
                    </ns1:srgbClr>
                  </ns1:gs>
                </ns1:gsLst>
                <ns1:lin ang="108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</ns0:grpSp>
      </ns0:grpSp>
      <ns0:grpSp>
        <ns0:nvGrpSpPr>
          <ns0:cNvPr id="91" name="组合 90"/>
          <ns0:cNvGrpSpPr/>
          <ns0:nvPr/>
        </ns0:nvGrpSpPr>
        <ns0:grpSpPr>
          <ns1:xfrm>
            <ns1:off x="11444407" y="5619972"/>
            <ns1:ext cx="632266" cy="1141175"/>
            <ns1:chOff x="7860291" y="7394087"/>
            <ns1:chExt cx="1110550" cy="2004428"/>
          </ns1:xfrm>
        </ns0:grpSpPr>
        <ns0:grpSp>
          <ns0:nvGrpSpPr>
            <ns0:cNvPr id="92" name="组合 91"/>
            <ns0:cNvGrpSpPr/>
            <ns0:nvPr/>
          </ns0:nvGrpSpPr>
          <ns0:grpSpPr>
            <ns1:xfrm>
              <ns1:off x="7860291" y="7394087"/>
              <ns1:ext cx="1110550" cy="2004428"/>
              <ns1:chOff x="8854316" y="1476349"/>
              <ns1:chExt cx="1656165" cy="2989207"/>
            </ns1:xfrm>
          </ns0:grpSpPr>
          <ns0:sp>
            <ns0:nvSpPr>
              <ns0:cNvPr id="97" name="六边形 96"/>
              <ns0:cNvSpPr/>
              <ns0:nvPr/>
            </ns0:nvSpPr>
            <ns0:spPr>
              <ns1:xfrm rot="5400000">
                <ns1:off x="8203213" y="2191032"/>
                <ns1:ext cx="2955817" cy="1593232"/>
              </ns1:xfrm>
              <ns1:prstGeom prst="hexagon">
                <ns1:avLst>
                  <ns1:gd name="adj" fmla="val 20346"/>
                  <ns1:gd name="vf" fmla="val 115470"/>
                </ns1:avLst>
              </ns1:prstGeom>
              <ns1:gradFill flip="none" rotWithShape="1">
                <ns1:gsLst>
                  <ns1:gs pos="0">
                    <ns1:srgbClr val="8EA2A9">
                      <ns1:alpha val="0"/>
                    </ns1:srgbClr>
                  </ns1:gs>
                  <ns1:gs pos="100000">
                    <ns1:srgbClr val="8EA2A9">
                      <ns1:alpha val="13000"/>
                    </ns1:srgbClr>
                  </ns1:gs>
                </ns1:gsLst>
                <ns1:lin ang="10800000" scaled="1"/>
                <ns1:tileRect/>
              </ns1:gradFill>
              <ns1:ln w="12700" cap="flat" cmpd="sng" algn="ctr">
                <ns1:gradFill flip="none" rotWithShape="1">
                  <ns1:gsLst>
                    <ns1:gs pos="0">
                      <ns1:srgbClr val="8EA2A9">
                        <ns1:alpha val="0"/>
                      </ns1:srgbClr>
                    </ns1:gs>
                    <ns1:gs pos="100000">
                      <ns1:srgbClr val="8EA2A9"/>
                    </ns1:gs>
                  </ns1:gsLst>
                  <ns1:lin ang="10800000" scaled="1"/>
                  <ns1:tileRect/>
                </ns1:gradFill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98" name="椭圆 97"/>
              <ns0:cNvSpPr/>
              <ns0:nvPr/>
            </ns0:nvSpPr>
            <ns0:spPr>
              <ns1:xfrm>
                <ns1:off x="9641624" y="1476349"/>
                <ns1:ext cx="72000" cy="72000"/>
              </ns1:xfrm>
              <ns1:prstGeom prst="ellipse">
                <ns1:avLst/>
              </ns1:prstGeom>
              <ns1:solidFill>
                <ns1:srgbClr val="8EA2A9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99" name="椭圆 98"/>
              <ns0:cNvSpPr/>
              <ns0:nvPr/>
            </ns0:nvSpPr>
            <ns0:spPr>
              <ns1:xfrm>
                <ns1:off x="8854316" y="1808323"/>
                <ns1:ext cx="72000" cy="72000"/>
              </ns1:xfrm>
              <ns1:prstGeom prst="ellipse">
                <ns1:avLst/>
              </ns1:prstGeom>
              <ns1:solidFill>
                <ns1:srgbClr val="8EA2A9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100" name="椭圆 99"/>
              <ns0:cNvSpPr/>
              <ns0:nvPr/>
            </ns0:nvSpPr>
            <ns0:spPr>
              <ns1:xfrm>
                <ns1:off x="10438481" y="1806314"/>
                <ns1:ext cx="72000" cy="72000"/>
              </ns1:xfrm>
              <ns1:prstGeom prst="ellipse">
                <ns1:avLst/>
              </ns1:prstGeom>
              <ns1:solidFill>
                <ns1:srgbClr val="8EA2A9"/>
              </ns1:soli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</ns0:grpSp>
        <ns0:grpSp>
          <ns0:nvGrpSpPr>
            <ns0:cNvPr id="93" name="组合 92"/>
            <ns0:cNvGrpSpPr/>
            <ns0:nvPr/>
          </ns0:nvGrpSpPr>
          <ns0:grpSpPr>
            <ns1:xfrm>
              <ns1:off x="8017668" y="7543760"/>
              <ns1:ext cx="845627" cy="1617055"/>
              <ns1:chOff x="8160309" y="3595151"/>
              <ns1:chExt cx="845627" cy="1617055"/>
            </ns1:xfrm>
          </ns0:grpSpPr>
          <ns0:sp>
            <ns0:nvSpPr>
              <ns0:cNvPr id="94" name="矩形 93"/>
              <ns0:cNvSpPr/>
              <ns0:nvPr/>
            </ns0:nvSpPr>
            <ns0:spPr>
              <ns1:xfrm>
                <ns1:off x="8160309" y="3777038"/>
                <ns1:ext cx="418042" cy="1435168"/>
              </ns1:xfrm>
              <ns1:prstGeom prst="rect">
                <ns1:avLst/>
              </ns1:prstGeom>
              <ns1:gradFill flip="none" rotWithShape="1">
                <ns1:gsLst>
                  <ns1:gs pos="3000">
                    <ns1:srgbClr val="8EA2A9">
                      <ns1:alpha val="0"/>
                    </ns1:srgbClr>
                  </ns1:gs>
                  <ns1:gs pos="100000">
                    <ns1:srgbClr val="8EA2A9">
                      <ns1:lumMod val="75000"/>
                    </ns1:srgbClr>
                  </ns1:gs>
                </ns1:gsLst>
                <ns1:lin ang="162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95" name="矩形 94"/>
              <ns0:cNvSpPr/>
              <ns0:nvPr/>
            </ns0:nvSpPr>
            <ns0:spPr>
              <ns1:xfrm>
                <ns1:off x="8577125" y="3767457"/>
                <ns1:ext cx="418042" cy="1435168"/>
              </ns1:xfrm>
              <ns1:prstGeom prst="rect">
                <ns1:avLst/>
              </ns1:prstGeom>
              <ns1:gradFill flip="none" rotWithShape="1">
                <ns1:gsLst>
                  <ns1:gs pos="13000">
                    <ns1:srgbClr val="8EA2A9">
                      <ns1:lumMod val="60000"/>
                      <ns1:lumOff val="40000"/>
                      <ns1:alpha val="0"/>
                    </ns1:srgbClr>
                  </ns1:gs>
                  <ns1:gs pos="100000">
                    <ns1:srgbClr val="8EA2A9">
                      <ns1:lumMod val="60000"/>
                      <ns1:lumOff val="40000"/>
                    </ns1:srgbClr>
                  </ns1:gs>
                </ns1:gsLst>
                <ns1:lin ang="162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  <ns0:sp>
            <ns0:nvSpPr>
              <ns0:cNvPr id="96" name="菱形 95"/>
              <ns0:cNvSpPr/>
              <ns0:nvPr/>
            </ns0:nvSpPr>
            <ns0:spPr>
              <ns1:xfrm>
                <ns1:off x="8160309" y="3595151"/>
                <ns1:ext cx="845627" cy="363763"/>
              </ns1:xfrm>
              <ns1:prstGeom prst="diamond">
                <ns1:avLst/>
              </ns1:prstGeom>
              <ns1:gradFill flip="none" rotWithShape="1">
                <ns1:gsLst>
                  <ns1:gs pos="0">
                    <ns1:srgbClr val="8EA2A9"/>
                  </ns1:gs>
                  <ns1:gs pos="100000">
                    <ns1:srgbClr val="8EA2A9">
                      <ns1:lumMod val="60000"/>
                      <ns1:lumOff val="40000"/>
                    </ns1:srgbClr>
                  </ns1:gs>
                </ns1:gsLst>
                <ns1:lin ang="10800000" scaled="1"/>
                <ns1:tileRect/>
              </ns1:gradFill>
              <ns1:ln w="12700" cap="flat" cmpd="sng" algn="ctr">
                <ns1:noFill/>
                <ns1:prstDash val="solid"/>
                <ns1:miter lim="800000"/>
              </ns1:ln>
              <ns1:effectLst/>
            </ns0:spPr>
            <ns0:txBody>
              <ns1:bodyPr rtlCol="0" anchor="ctr"/>
              <ns1:lstStyle/>
              <ns1:p>
                <ns1:pPr marL="0" marR="0" lvl="0" indent="0" algn="ctr" defTabSz="91440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800" b="0" i="0" u="none" strike="noStrike" kern="0" cap="none" spc="0" normalizeH="0" baseline="0" noProof="0">
                  <ns1:ln>
                    <ns1:noFill/>
                  </ns1:ln>
                  <ns1:solidFill>
                    <ns1:srgbClr val="FFFFFF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  <ns1:cs typeface="+mn-cs"/>
                </ns1:endParaRPr>
              </ns1:p>
            </ns0:txBody>
          </ns0:sp>
        </ns0:grpSp>
      </ns0:grpSp>
      <ns0:sp>
        <ns0:nvSpPr>
          <ns0:cNvPr id="101" name="矩形 100"/>
          <ns0:cNvSpPr/>
          <ns0:nvPr/>
        </ns0:nvSpPr>
        <ns0:spPr>
          <ns1:xfrm>
            <ns1:off x="900874" y="1578707"/>
            <ns1:ext cx="10490446" cy="4193295"/>
          </ns1:xfrm>
          <ns1:prstGeom prst="rect">
            <ns1:avLst/>
          </ns1:prstGeom>
          <ns1:solidFill>
            <ns1:srgbClr val="FFFFFF"/>
          </ns1:solidFill>
          <ns1:ln w="12700" cap="flat" cmpd="sng" algn="ctr">
            <ns1:solidFill>
              <ns1:srgbClr val="8EA2A9">
                <ns1:alpha val="44000"/>
              </ns1:srgbClr>
            </ns1:solidFill>
            <ns1:prstDash val="solid"/>
            <ns1:miter lim="800000"/>
          </ns1:ln>
          <ns1:effectLst>
            <ns1:outerShdw blurRad="254000" dist="38100" dir="5400000" algn="t" rotWithShape="0">
              <ns1:srgbClr val="8EA2A9">
                <ns1:lumMod val="50000"/>
                <ns1:alpha val="35000"/>
              </ns1:srgbClr>
            </ns1:outerShdw>
          </ns1:effectLst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800" b="0" i="0" u="none" strike="noStrike" kern="0" cap="none" spc="0" normalizeH="0" baseline="0" noProof="0">
              <ns1:ln>
                <ns1:noFill/>
              </ns1:ln>
              <ns1:solidFill>
                <ns1:srgbClr val="FFFFFF"/>
              </ns1:solidFill>
              <ns1:effectLst/>
              <ns1:uLnTx/>
              <ns1:uFillTx/>
              <ns1:latin typeface="Arial" panose="020B0604020202020204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102" name="文本占位符 1"/>
          <ns0:cNvSpPr txBox="1"/>
          <ns0:nvPr/>
        </ns0:nvSpPr>
        <ns0:spPr>
          <ns1:xfrm>
            <ns1:off x="2124472" y="3462676"/>
            <ns1:ext cx="4446556" cy="469616"/>
          </ns1:xfrm>
          <ns1:prstGeom prst="rect">
            <ns1:avLst/>
          </ns1:prstGeom>
          <ns1:noFill/>
        </ns0:spPr>
        <ns0:txBody>
          <ns1:bodyPr vert="horz" wrap="square" lIns="91440" tIns="45720" rIns="91440" bIns="45720" rtlCol="0">
            <ns1:spAutoFit/>
          </ns1:bodyPr>
          <ns1:lstStyle>
            <ns1:defPPr>
              <ns1:defRPr lang="zh-CN"/>
            </ns1:defPPr>
            <ns1:lvl1pPr marR="0" indent="0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Font typeface="Arial" panose="020B0604020202020204" pitchFamily="34" charset="0"/>
              <ns1:buNone/>
              <ns1:defRPr sz="2400" spc="100">
                <ns1:solidFill>
                  <ns1:srgbClr val="B8C4C9"/>
                </ns1:solidFill>
                <ns1:ea typeface="微软雅黑" panose="020B0503020204020204" pitchFamily="34" charset="-122"/>
              </ns1:defRPr>
            </ns1:lvl1pPr>
            <ns1:lvl2pPr marL="6858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2pPr>
            <ns1:lvl3pPr marL="11430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3pPr>
            <ns1:lvl4pPr marL="16002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4pPr>
            <ns1:lvl5pPr marL="20574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5pPr>
            <ns1:lvl6pPr marL="25146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6pPr>
            <ns1:lvl7pPr marL="29718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7pPr>
            <ns1:lvl8pPr marL="34290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8pPr>
            <ns1:lvl9pPr marL="38862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9pPr>
          </ns1:lstStyle>
          <ns1:p>
            <ns1:r>
              <ns1:rPr lang="zh-CN" altLang="en-US" dirty="0"/>
              <ns1:t>核心解决方案</ns1:t>
            </ns1:r>
          </ns1:p>
        </ns0:txBody>
      </ns0:sp>
      <ns0:sp>
        <ns0:nvSpPr>
          <ns0:cNvPr id="103" name="文本占位符 2"/>
          <ns0:cNvSpPr txBox="1"/>
          <ns0:nvPr/>
        </ns0:nvSpPr>
        <ns0:spPr>
          <ns1:xfrm>
            <ns1:off x="2124472" y="4804965"/>
            <ns1:ext cx="3727688" cy="469616"/>
          </ns1:xfrm>
          <ns1:prstGeom prst="rect">
            <ns1:avLst/>
          </ns1:prstGeom>
          <ns1:noFill/>
        </ns0:spPr>
        <ns0:txBody>
          <ns1:bodyPr vert="horz" wrap="square" lIns="91440" tIns="45720" rIns="91440" bIns="45720" rtlCol="0">
            <ns1:spAutoFit/>
          </ns1:bodyPr>
          <ns1:lstStyle>
            <ns1:defPPr>
              <ns1:defRPr lang="zh-CN"/>
            </ns1:defPPr>
            <ns1:lvl1pPr marR="0" indent="0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Font typeface="Arial" panose="020B0604020202020204" pitchFamily="34" charset="0"/>
              <ns1:buNone/>
              <ns1:defRPr sz="2400" spc="100">
                <ns1:solidFill>
                  <ns1:srgbClr val="B8C4C9"/>
                </ns1:solidFill>
                <ns1:ea typeface="微软雅黑" panose="020B0503020204020204" pitchFamily="34" charset="-122"/>
              </ns1:defRPr>
            </ns1:lvl1pPr>
            <ns1:lvl2pPr marL="6858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2pPr>
            <ns1:lvl3pPr marL="11430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3pPr>
            <ns1:lvl4pPr marL="16002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4pPr>
            <ns1:lvl5pPr marL="20574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5pPr>
            <ns1:lvl6pPr marL="25146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6pPr>
            <ns1:lvl7pPr marL="29718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7pPr>
            <ns1:lvl8pPr marL="34290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8pPr>
            <ns1:lvl9pPr marL="38862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9pPr>
          </ns1:lstStyle>
          <ns1:p>
            <ns1:r>
              <ns1:rPr lang="zh-CN" altLang="en-US" dirty="0"/>
              <ns1:t>沟通</ns1:t>
            </ns1:r>
            <ns1:r>
              <ns1:rPr lang="zh-CN" altLang="en-US"/>
              <ns1:t>及探讨</ns1:t>
            </ns1:r>
            <ns1:endParaRPr lang="zh-CN" altLang="en-US" dirty="0"/>
          </ns1:p>
        </ns0:txBody>
      </ns0:sp>
      <ns0:sp>
        <ns0:nvSpPr>
          <ns0:cNvPr id="105" name="文本占位符 4"/>
          <ns0:cNvSpPr txBox="1"/>
          <ns0:nvPr/>
        </ns0:nvSpPr>
        <ns0:spPr>
          <ns1:xfrm>
            <ns1:off x="7426888" y="3488344"/>
            <ns1:ext cx="3587261" cy="467051"/>
          </ns1:xfrm>
          <ns1:prstGeom prst="rect">
            <ns1:avLst/>
          </ns1:prstGeom>
          <ns1:noFill/>
        </ns0:spPr>
        <ns0:txBody>
          <ns1:bodyPr vert="horz" wrap="square" lIns="91440" tIns="45720" rIns="91440" bIns="45720" rtlCol="0">
            <ns1:spAutoFit/>
          </ns1:bodyPr>
          <ns1:lstStyle>
            <ns1:lvl1pPr marL="0" marR="0" indent="0" algn="l" defTabSz="914400" rtl="0" eaLnBrk="1" latinLnBrk="0" hangingPunct="1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Font typeface="Arial" panose="020B0604020202020204" pitchFamily="34" charset="0"/>
              <ns1:buChar char="•"/>
              <ns1:defRPr lang="zh-CN" altLang="en-US" sz="2400" kern="1200" spc="100" smtClean="0">
                <ns1:solidFill>
                  <ns1:schemeClr val="accent2"/>
                </ns1:solidFill>
                <ns1:latin typeface="+mn-lt"/>
                <ns1:ea typeface="+mn-ea"/>
                <ns1:cs typeface="+mn-cs"/>
              </ns1:defRPr>
            </ns1:lvl1pPr>
            <ns1:lvl2pPr marL="6858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 smtClean="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11430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 smtClean="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6002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 smtClean="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20574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5146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9718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4290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8862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>
              <ns1:buNone/>
              <ns1:defRPr/>
            </ns1:pPr>
            <ns1:r>
              <ns1:rPr lang="zh-CN" altLang="en-US" dirty="0">
                <ns1:solidFill>
                  <ns1:srgbClr val="B8C4C9"/>
                </ns1:solidFill>
                <ns1:ea typeface="微软雅黑" panose="020B0503020204020204" pitchFamily="34" charset="-122"/>
              </ns1:rPr>
              <ns1:t>项目实施方法</ns1:t>
            </ns1:r>
            <ns1:endParaRPr kumimoji="0" lang="zh-CN" altLang="en-US" sz="2400" b="0" i="0" u="none" strike="noStrike" kern="1200" cap="none" spc="100" normalizeH="0" baseline="0" noProof="0" dirty="0">
              <ns1:ln>
                <ns1:noFill/>
              </ns1:ln>
              <ns1:solidFill>
                <ns1:srgbClr val="8EA2A9"/>
              </ns1:solidFill>
              <ns1:effectLst/>
              <ns1:uLnTx/>
              <ns1:uFillTx/>
              <ns1:latin typeface="Arial" panose="020B0604020202020204"/>
              <ns1:ea typeface="微软雅黑" panose="020B0503020204020204" pitchFamily="34" charset="-122"/>
              <ns1:cs typeface="+mn-cs"/>
            </ns1:endParaRPr>
          </ns1:p>
        </ns0:txBody>
      </ns0:sp>
      <ns0:grpSp>
        <ns0:nvGrpSpPr>
          <ns0:cNvPr id="106" name="组合 105"/>
          <ns0:cNvGrpSpPr/>
          <ns0:nvPr/>
        </ns0:nvGrpSpPr>
        <ns0:grpSpPr>
          <ns1:xfrm>
            <ns1:off x="8865235" y="100330"/>
            <ns1:ext cx="3552190" cy="718820"/>
            <ns1:chOff x="13142" y="1264"/>
            <ns1:chExt cx="5594" cy="1132"/>
          </ns1:xfrm>
        </ns0:grpSpPr>
        <ns0:pic>
          <ns0:nvPicPr>
            <ns0:cNvPr id="107" name="图片 106"/>
            <ns0:cNvPicPr>
              <ns1:picLocks noChangeAspect="1"/>
            </ns0:cNvPicPr>
            <ns0:nvPr userDrawn="1"/>
          </ns0:nvPicPr>
          <ns0:blipFill rotWithShape="1">
            <ns1:blip ns2:embed="rId2"/>
            <ns1:srcRect r="24054"/>
            <ns1:stretch>
              <ns1:fillRect/>
            </ns1:stretch>
          </ns0:blipFill>
          <ns0:spPr>
            <ns1:xfrm>
              <ns1:off x="13142" y="1264"/>
              <ns1:ext cx="2742" cy="1133"/>
            </ns1:xfrm>
            <ns1:prstGeom prst="rect">
              <ns1:avLst/>
            </ns1:prstGeom>
          </ns0:spPr>
        </ns0:pic>
        <ns0:sp>
          <ns0:nvSpPr>
            <ns0:cNvPr id="108" name="文本框 107"/>
            <ns0:cNvSpPr txBox="1"/>
            <ns0:nvPr userDrawn="1"/>
          </ns0:nvSpPr>
          <ns0:spPr>
            <ns1:xfrm>
              <ns1:off x="15976" y="1452"/>
              <ns1:ext cx="2761" cy="758"/>
            </ns1:xfrm>
            <ns1:prstGeom prst="rect">
              <ns1:avLst/>
            </ns1:prstGeom>
            <ns1:noFill/>
          </ns0:spPr>
          <ns0:txBody>
            <ns1:bodyPr wrap="square">
              <ns1:spAutoFit/>
            </ns1:bodyPr>
            <ns1:lstStyle/>
            <ns1:p>
              <ns1:pPr marL="0" marR="0" lvl="0" indent="0" defTabSz="914400" eaLnBrk="1" fontAlgn="auto" latinLnBrk="0" hangingPunct="1">
                <ns1:lnSpc>
                  <ns1:spcPct val="12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050" b="0" i="0" u="none" strike="noStrike" kern="0" cap="none" spc="0" normalizeH="0" baseline="0" noProof="0" dirty="0">
                  <ns1:ln>
                    <ns1:noFill/>
                  </ns1:ln>
                  <ns1:solidFill>
                    <ns1:srgbClr val="8EA2A9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</ns1:rPr>
                <ns1:t>企业数字化赋能者 </ns1:t>
              </ns1:r>
              <ns1:endParaRPr kumimoji="0" lang="en-US" altLang="zh-CN" sz="1050" b="0" i="0" u="none" strike="noStrike" kern="0" cap="none" spc="0" normalizeH="0" baseline="0" noProof="0" dirty="0">
                <ns1:ln>
                  <ns1:noFill/>
                </ns1:ln>
                <ns1:solidFill>
                  <ns1:srgbClr val="8EA2A9"/>
                </ns1:solidFill>
                <ns1:effectLst/>
                <ns1:uLnTx/>
                <ns1:uFillTx/>
                <ns1:latin typeface="Arial" panose="020B0604020202020204"/>
                <ns1:ea typeface="微软雅黑" panose="020B0503020204020204" pitchFamily="34" charset="-122"/>
              </ns1:endParaRPr>
            </ns1:p>
            <ns1:p>
              <ns1:pPr marL="0" marR="0" lvl="0" indent="0" defTabSz="914400" eaLnBrk="1" fontAlgn="auto" latinLnBrk="0" hangingPunct="1">
                <ns1:lnSpc>
                  <ns1:spcPct val="12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050" b="0" i="0" u="none" strike="noStrike" kern="0" cap="none" spc="0" normalizeH="0" baseline="0" noProof="0" dirty="0">
                  <ns1:ln>
                    <ns1:noFill/>
                  </ns1:ln>
                  <ns1:solidFill>
                    <ns1:srgbClr val="8EA2A9"/>
                  </ns1:solidFill>
                  <ns1:effectLst/>
                  <ns1:uLnTx/>
                  <ns1:uFillTx/>
                  <ns1:latin typeface="Arial" panose="020B0604020202020204"/>
                  <ns1:ea typeface="微软雅黑" panose="020B0503020204020204" pitchFamily="34" charset="-122"/>
                </ns1:rPr>
                <ns1:t>工业管理软件践行者</ns1:t>
              </ns1:r>
            </ns1:p>
          </ns0:txBody>
        </ns0:sp>
        <ns0:cxnSp>
          <ns0:nvCxnSpPr>
            <ns0:cNvPr id="109" name="直接连接符 108"/>
            <ns0:cNvCxnSpPr/>
            <ns0:nvPr userDrawn="1"/>
          </ns0:nvCxnSpPr>
          <ns0:spPr>
            <ns1:xfrm>
              <ns1:off x="15886" y="1599"/>
              <ns1:ext cx="0" cy="478"/>
            </ns1:xfrm>
            <ns1:prstGeom prst="line">
              <ns1:avLst/>
            </ns1:prstGeom>
            <ns1:noFill/>
            <ns1:ln w="12700" cap="flat" cmpd="sng" algn="ctr">
              <ns1:solidFill>
                <ns1:srgbClr val="8EA2A9"/>
              </ns1:solidFill>
              <ns1:prstDash val="solid"/>
              <ns1:miter lim="800000"/>
            </ns1:ln>
            <ns1:effectLst/>
          </ns0:spPr>
        </ns0:cxnSp>
      </ns0:grpSp>
      <ns0:sp>
        <ns0:nvSpPr>
          <ns0:cNvPr id="110" name="文本框 109"/>
          <ns0:cNvSpPr txBox="1"/>
          <ns0:nvPr/>
        </ns0:nvSpPr>
        <ns0:spPr>
          <ns1:xfrm>
            <ns1:off x="1503021" y="4783280"/>
            <ns1:ext cx="798693" cy="52197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altLang="zh-CN" sz="2800" b="1" dirty="0">
                <ns1:gradFill flip="none" rotWithShape="1">
                  <ns1:gsLst>
                    <ns1:gs pos="0">
                      <ns1:srgbClr val="AD053D">
                        <ns1:alpha val="0"/>
                      </ns1:srgbClr>
                    </ns1:gs>
                    <ns1:gs pos="100000">
                      <ns1:srgbClr val="AD053D"/>
                    </ns1:gs>
                  </ns1:gsLst>
                  <ns1:lin ang="16200000" scaled="1"/>
                  <ns1:tileRect/>
                </ns1:gradFill>
                <ns1:latin typeface="Arial" panose="020B0604020202020204"/>
                <ns1:ea typeface="微软雅黑" panose="020B0503020204020204" pitchFamily="34" charset="-122"/>
              </ns1:rPr>
              <ns1:t>05</ns1:t>
            </ns1:r>
            <ns1:endParaRPr lang="zh-CN" altLang="en-US" sz="2800" b="1" dirty="0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16200000" scaled="1"/>
                <ns1:tileRect/>
              </ns1:gradFill>
              <ns1:latin typeface="Arial" panose="020B0604020202020204"/>
              <ns1:ea typeface="微软雅黑" panose="020B0503020204020204" pitchFamily="34" charset="-122"/>
            </ns1:endParaRPr>
          </ns1:p>
        </ns0:txBody>
      </ns0:sp>
      <ns0:grpSp>
        <ns0:nvGrpSpPr>
          <ns0:cNvPr id="111" name="组合 110"/>
          <ns0:cNvGrpSpPr/>
          <ns0:nvPr/>
        </ns0:nvGrpSpPr>
        <ns0:grpSpPr>
          <ns1:xfrm>
            <ns1:off x="1452939" y="4083077"/>
            <ns1:ext cx="4077153" cy="73789"/>
            <ns1:chOff x="10228870" y="-1876245"/>
            <ns1:chExt cx="1109599" cy="49098"/>
          </ns1:xfrm>
        </ns0:grpSpPr>
        <ns0:cxnSp>
          <ns0:nvCxnSpPr>
            <ns0:cNvPr id="112" name="直接连接符 111"/>
            <ns0:cNvCxnSpPr/>
            <ns0:nvPr/>
          </ns0:nvCxnSpPr>
          <ns0:spPr>
            <ns1:xfrm>
              <ns1:off x="10228870" y="-1827147"/>
              <ns1:ext cx="208749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8EA2A9">
                      <ns1:alpha val="0"/>
                    </ns1:srgbClr>
                  </ns1:gs>
                  <ns1:gs pos="100000">
                    <ns1:srgbClr val="8EA2A9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  <ns0:cxnSp>
          <ns0:nvCxnSpPr>
            <ns0:cNvPr id="113" name="直接连接符 112"/>
            <ns0:cNvCxnSpPr/>
            <ns0:nvPr/>
          </ns0:nvCxnSpPr>
          <ns0:spPr>
            <ns1:xfrm>
              <ns1:off x="10273345" y="-1876245"/>
              <ns1:ext cx="1065124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</ns0:grpSp>
      <ns0:grpSp>
        <ns0:nvGrpSpPr>
          <ns0:cNvPr id="114" name="组合 113"/>
          <ns0:cNvGrpSpPr/>
          <ns0:nvPr/>
        </ns0:nvGrpSpPr>
        <ns0:grpSpPr>
          <ns1:xfrm>
            <ns1:off x="1534854" y="5380382"/>
            <ns1:ext cx="4077153" cy="73789"/>
            <ns1:chOff x="10228870" y="-1876245"/>
            <ns1:chExt cx="1109599" cy="49098"/>
          </ns1:xfrm>
        </ns0:grpSpPr>
        <ns0:cxnSp>
          <ns0:nvCxnSpPr>
            <ns0:cNvPr id="115" name="直接连接符 114"/>
            <ns0:cNvCxnSpPr/>
            <ns0:nvPr/>
          </ns0:nvCxnSpPr>
          <ns0:spPr>
            <ns1:xfrm>
              <ns1:off x="10228870" y="-1827147"/>
              <ns1:ext cx="208749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8EA2A9">
                      <ns1:alpha val="0"/>
                    </ns1:srgbClr>
                  </ns1:gs>
                  <ns1:gs pos="100000">
                    <ns1:srgbClr val="8EA2A9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  <ns0:cxnSp>
          <ns0:nvCxnSpPr>
            <ns0:cNvPr id="116" name="直接连接符 115"/>
            <ns0:cNvCxnSpPr/>
            <ns0:nvPr/>
          </ns0:nvCxnSpPr>
          <ns0:spPr>
            <ns1:xfrm>
              <ns1:off x="10273345" y="-1876245"/>
              <ns1:ext cx="1065124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</ns0:grpSp>
      <ns0:sp>
        <ns0:nvSpPr>
          <ns0:cNvPr id="117" name="文本框 116"/>
          <ns0:cNvSpPr txBox="1"/>
          <ns0:nvPr/>
        </ns0:nvSpPr>
        <ns0:spPr>
          <ns1:xfrm>
            <ns1:off x="1518896" y="3435810"/>
            <ns1:ext cx="798693" cy="52322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altLang="zh-CN" sz="2800" b="1" dirty="0">
                <ns1:gradFill flip="none" rotWithShape="1">
                  <ns1:gsLst>
                    <ns1:gs pos="0">
                      <ns1:srgbClr val="AD053D">
                        <ns1:alpha val="0"/>
                      </ns1:srgbClr>
                    </ns1:gs>
                    <ns1:gs pos="100000">
                      <ns1:srgbClr val="AD053D"/>
                    </ns1:gs>
                  </ns1:gsLst>
                  <ns1:lin ang="16200000" scaled="1"/>
                  <ns1:tileRect/>
                </ns1:gradFill>
                <ns1:latin typeface="Arial" panose="020B0604020202020204"/>
                <ns1:ea typeface="微软雅黑" panose="020B0503020204020204" pitchFamily="34" charset="-122"/>
              </ns1:rPr>
              <ns1:t>03</ns1:t>
            </ns1:r>
            <ns1:endParaRPr lang="zh-CN" altLang="en-US" sz="2800" b="1" dirty="0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16200000" scaled="1"/>
                <ns1:tileRect/>
              </ns1:gradFill>
              <ns1:latin typeface="Arial" panose="020B0604020202020204"/>
              <ns1:ea typeface="微软雅黑" panose="020B0503020204020204" pitchFamily="34" charset="-122"/>
            </ns1:endParaRPr>
          </ns1:p>
        </ns0:txBody>
      </ns0:sp>
      <ns0:grpSp>
        <ns0:nvGrpSpPr>
          <ns0:cNvPr id="118" name="组合 117"/>
          <ns0:cNvGrpSpPr/>
          <ns0:nvPr/>
        </ns0:nvGrpSpPr>
        <ns0:grpSpPr>
          <ns1:xfrm>
            <ns1:off x="6834564" y="4083077"/>
            <ns1:ext cx="4077153" cy="73789"/>
            <ns1:chOff x="10228870" y="-1876245"/>
            <ns1:chExt cx="1109599" cy="49098"/>
          </ns1:xfrm>
        </ns0:grpSpPr>
        <ns0:cxnSp>
          <ns0:nvCxnSpPr>
            <ns0:cNvPr id="119" name="直接连接符 118"/>
            <ns0:cNvCxnSpPr/>
            <ns0:nvPr/>
          </ns0:nvCxnSpPr>
          <ns0:spPr>
            <ns1:xfrm>
              <ns1:off x="10228870" y="-1827147"/>
              <ns1:ext cx="208749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8EA2A9">
                      <ns1:alpha val="0"/>
                    </ns1:srgbClr>
                  </ns1:gs>
                  <ns1:gs pos="100000">
                    <ns1:srgbClr val="8EA2A9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  <ns0:cxnSp>
          <ns0:nvCxnSpPr>
            <ns0:cNvPr id="120" name="直接连接符 119"/>
            <ns0:cNvCxnSpPr/>
            <ns0:nvPr/>
          </ns0:nvCxnSpPr>
          <ns0:spPr>
            <ns1:xfrm>
              <ns1:off x="10273345" y="-1876245"/>
              <ns1:ext cx="1065124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</ns0:grpSp>
      <ns0:sp>
        <ns0:nvSpPr>
          <ns0:cNvPr id="121" name="文本框 120"/>
          <ns0:cNvSpPr txBox="1"/>
          <ns0:nvPr/>
        </ns0:nvSpPr>
        <ns0:spPr>
          <ns1:xfrm>
            <ns1:off x="6834481" y="3488515"/>
            <ns1:ext cx="798693" cy="52197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altLang="zh-CN" sz="2800" b="1" dirty="0">
                <ns1:gradFill flip="none" rotWithShape="1">
                  <ns1:gsLst>
                    <ns1:gs pos="0">
                      <ns1:srgbClr val="AD053D">
                        <ns1:alpha val="0"/>
                      </ns1:srgbClr>
                    </ns1:gs>
                    <ns1:gs pos="100000">
                      <ns1:srgbClr val="AD053D"/>
                    </ns1:gs>
                  </ns1:gsLst>
                  <ns1:lin ang="16200000" scaled="1"/>
                  <ns1:tileRect/>
                </ns1:gradFill>
                <ns1:latin typeface="Arial" panose="020B0604020202020204"/>
                <ns1:ea typeface="微软雅黑" panose="020B0503020204020204" pitchFamily="34" charset="-122"/>
              </ns1:rPr>
              <ns1:t>04</ns1:t>
            </ns1:r>
            <ns1:endParaRPr lang="zh-CN" altLang="en-US" sz="2800" b="1" dirty="0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16200000" scaled="1"/>
                <ns1:tileRect/>
              </ns1:gradFill>
              <ns1:latin typeface="Arial" panose="020B0604020202020204"/>
              <ns1:ea typeface="微软雅黑" panose="020B0503020204020204" pitchFamily="34" charset="-122"/>
            </ns1:endParaRPr>
          </ns1:p>
        </ns0:txBody>
      </ns0:sp>
      <ns0:sp>
        <ns0:nvSpPr>
          <ns0:cNvPr id="7" name="文本占位符 1"/>
          <ns0:cNvSpPr txBox="1"/>
          <ns0:nvPr/>
        </ns0:nvSpPr>
        <ns0:spPr>
          <ns1:xfrm>
            <ns1:off x="2124472" y="2306108"/>
            <ns1:ext cx="3587261" cy="469616"/>
          </ns1:xfrm>
          <ns1:prstGeom prst="rect">
            <ns1:avLst/>
          </ns1:prstGeom>
          <ns1:noFill/>
        </ns0:spPr>
        <ns0:txBody>
          <ns1:bodyPr vert="horz" wrap="square" lIns="91440" tIns="45720" rIns="91440" bIns="45720" rtlCol="0">
            <ns1:spAutoFit/>
          </ns1:bodyPr>
          <ns1:lstStyle>
            <ns1:defPPr>
              <ns1:defRPr lang="zh-CN"/>
            </ns1:defPPr>
            <ns1:lvl1pPr marR="0" indent="0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Font typeface="Arial" panose="020B0604020202020204" pitchFamily="34" charset="0"/>
              <ns1:buNone/>
              <ns1:defRPr sz="2400" spc="100">
                <ns1:solidFill>
                  <ns1:srgbClr val="B8C4C9"/>
                </ns1:solidFill>
                <ns1:ea typeface="微软雅黑" panose="020B0503020204020204" pitchFamily="34" charset="-122"/>
              </ns1:defRPr>
            </ns1:lvl1pPr>
            <ns1:lvl2pPr marL="6858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2pPr>
            <ns1:lvl3pPr marL="11430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3pPr>
            <ns1:lvl4pPr marL="16002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4pPr>
            <ns1:lvl5pPr marL="20574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5pPr>
            <ns1:lvl6pPr marL="25146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6pPr>
            <ns1:lvl7pPr marL="29718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7pPr>
            <ns1:lvl8pPr marL="34290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8pPr>
            <ns1:lvl9pPr marL="3886200" indent="-228600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</ns1:lvl9pPr>
          </ns1:lstStyle>
          <ns1:p>
            <ns1:r>
              <ns1:rPr lang="zh-CN" altLang="en-US" dirty="0">
                <ns1:solidFill>
                  <ns1:srgbClr val="AD043D"/>
                </ns1:solidFill>
              </ns1:rPr>
              <ns1:t>赛意公司简介</ns1:t>
            </ns1:r>
          </ns1:p>
        </ns0:txBody>
      </ns0:sp>
      <ns0:sp>
        <ns0:nvSpPr>
          <ns0:cNvPr id="8" name="文本占位符 4"/>
          <ns0:cNvSpPr txBox="1"/>
          <ns0:nvPr/>
        </ns0:nvSpPr>
        <ns0:spPr>
          <ns1:xfrm>
            <ns1:off x="7426888" y="2342710"/>
            <ns1:ext cx="3587261" cy="469616"/>
          </ns1:xfrm>
          <ns1:prstGeom prst="rect">
            <ns1:avLst/>
          </ns1:prstGeom>
          <ns1:noFill/>
        </ns0:spPr>
        <ns0:txBody>
          <ns1:bodyPr vert="horz" wrap="square" lIns="91440" tIns="45720" rIns="91440" bIns="45720" rtlCol="0">
            <ns1:spAutoFit/>
          </ns1:bodyPr>
          <ns1:lstStyle>
            <ns1:lvl1pPr marL="0" marR="0" indent="0" algn="l" defTabSz="914400" rtl="0" eaLnBrk="1" latinLnBrk="0" hangingPunct="1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Font typeface="Arial" panose="020B0604020202020204" pitchFamily="34" charset="0"/>
              <ns1:buChar char="•"/>
              <ns1:defRPr lang="zh-CN" altLang="en-US" sz="2400" kern="1200" spc="100" smtClean="0">
                <ns1:solidFill>
                  <ns1:schemeClr val="accent2"/>
                </ns1:solidFill>
                <ns1:latin typeface="+mn-lt"/>
                <ns1:ea typeface="+mn-ea"/>
                <ns1:cs typeface="+mn-cs"/>
              </ns1:defRPr>
            </ns1:lvl1pPr>
            <ns1:lvl2pPr marL="6858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 smtClean="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11430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 smtClean="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6002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 smtClean="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20574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lang="zh-CN" altLang="en-US"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5146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9718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4290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886200" indent="-228600" algn="l" defTabSz="914400" rtl="0" eaLnBrk="1" latinLnBrk="0" hangingPunct="1">
              <ns1:lnSpc>
                <ns1:spcPct val="90000"/>
              </ns1:lnSpc>
              <ns1:spcBef>
                <ns1:spcPts val="500"/>
              </ns1:spcBef>
              <ns1:buFont typeface="Arial" panose="020B0604020202020204" pitchFamily="34" charset="0"/>
              <ns1:buChar char="•"/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>
              <ns1:buNone/>
              <ns1:defRPr/>
            </ns1:pPr>
            <ns1:r>
              <ns1:rPr lang="zh-CN" altLang="en-US" dirty="0">
                <ns1:solidFill>
                  <ns1:srgbClr val="B8C4C9"/>
                </ns1:solidFill>
                <ns1:ea typeface="微软雅黑" panose="020B0503020204020204" pitchFamily="34" charset="-122"/>
              </ns1:rPr>
              <ns1:t>需求理解与整体建议</ns1:t>
            </ns1:r>
            <ns1:endParaRPr kumimoji="0" lang="zh-CN" altLang="en-US" sz="2400" b="0" i="0" u="none" strike="noStrike" kern="1200" cap="none" spc="100" normalizeH="0" baseline="0" noProof="0" dirty="0">
              <ns1:ln>
                <ns1:noFill/>
              </ns1:ln>
              <ns1:solidFill>
                <ns1:srgbClr val="8EA2A9"/>
              </ns1:solidFill>
              <ns1:effectLst/>
              <ns1:uLnTx/>
              <ns1:uFillTx/>
              <ns1:latin typeface="Arial" panose="020B0604020202020204"/>
              <ns1:ea typeface="微软雅黑" panose="020B0503020204020204" pitchFamily="34" charset="-122"/>
              <ns1:cs typeface="+mn-cs"/>
            </ns1:endParaRPr>
          </ns1:p>
        </ns0:txBody>
      </ns0:sp>
      <ns0:grpSp>
        <ns0:nvGrpSpPr>
          <ns0:cNvPr id="9" name="组合 110"/>
          <ns0:cNvGrpSpPr/>
          <ns0:nvPr/>
        </ns0:nvGrpSpPr>
        <ns0:grpSpPr>
          <ns1:xfrm>
            <ns1:off x="1452939" y="2926509"/>
            <ns1:ext cx="4077153" cy="73789"/>
            <ns1:chOff x="10228870" y="-1876245"/>
            <ns1:chExt cx="1109599" cy="49098"/>
          </ns1:xfrm>
        </ns0:grpSpPr>
        <ns0:cxnSp>
          <ns0:nvCxnSpPr>
            <ns0:cNvPr id="10" name="直接连接符 111"/>
            <ns0:cNvCxnSpPr/>
            <ns0:nvPr/>
          </ns0:nvCxnSpPr>
          <ns0:spPr>
            <ns1:xfrm>
              <ns1:off x="10228870" y="-1827147"/>
              <ns1:ext cx="208749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8EA2A9">
                      <ns1:alpha val="0"/>
                    </ns1:srgbClr>
                  </ns1:gs>
                  <ns1:gs pos="100000">
                    <ns1:srgbClr val="8EA2A9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  <ns0:cxnSp>
          <ns0:nvCxnSpPr>
            <ns0:cNvPr id="11" name="直接连接符 112"/>
            <ns0:cNvCxnSpPr/>
            <ns0:nvPr/>
          </ns0:nvCxnSpPr>
          <ns0:spPr>
            <ns1:xfrm>
              <ns1:off x="10273345" y="-1876245"/>
              <ns1:ext cx="1065124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</ns0:grpSp>
      <ns0:sp>
        <ns0:nvSpPr>
          <ns0:cNvPr id="12" name="文本框 116"/>
          <ns0:cNvSpPr txBox="1"/>
          <ns0:nvPr/>
        </ns0:nvSpPr>
        <ns0:spPr>
          <ns1:xfrm>
            <ns1:off x="1518896" y="2279242"/>
            <ns1:ext cx="798693" cy="52322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altLang="zh-CN" sz="2800" b="1" dirty="0">
                <ns1:gradFill flip="none" rotWithShape="1">
                  <ns1:gsLst>
                    <ns1:gs pos="0">
                      <ns1:srgbClr val="AD053D">
                        <ns1:alpha val="0"/>
                      </ns1:srgbClr>
                    </ns1:gs>
                    <ns1:gs pos="100000">
                      <ns1:srgbClr val="AD053D"/>
                    </ns1:gs>
                  </ns1:gsLst>
                  <ns1:lin ang="16200000" scaled="1"/>
                  <ns1:tileRect/>
                </ns1:gradFill>
                <ns1:latin typeface="Arial" panose="020B0604020202020204"/>
                <ns1:ea typeface="微软雅黑" panose="020B0503020204020204" pitchFamily="34" charset="-122"/>
              </ns1:rPr>
              <ns1:t>01</ns1:t>
            </ns1:r>
            <ns1:endParaRPr lang="zh-CN" altLang="en-US" sz="2800" b="1" dirty="0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16200000" scaled="1"/>
                <ns1:tileRect/>
              </ns1:gradFill>
              <ns1:latin typeface="Arial" panose="020B0604020202020204"/>
              <ns1:ea typeface="微软雅黑" panose="020B0503020204020204" pitchFamily="34" charset="-122"/>
            </ns1:endParaRPr>
          </ns1:p>
        </ns0:txBody>
      </ns0:sp>
      <ns0:grpSp>
        <ns0:nvGrpSpPr>
          <ns0:cNvPr id="13" name="组合 117"/>
          <ns0:cNvGrpSpPr/>
          <ns0:nvPr/>
        </ns0:nvGrpSpPr>
        <ns0:grpSpPr>
          <ns1:xfrm>
            <ns1:off x="6834564" y="2926509"/>
            <ns1:ext cx="4077153" cy="73789"/>
            <ns1:chOff x="10228870" y="-1876245"/>
            <ns1:chExt cx="1109599" cy="49098"/>
          </ns1:xfrm>
        </ns0:grpSpPr>
        <ns0:cxnSp>
          <ns0:nvCxnSpPr>
            <ns0:cNvPr id="14" name="直接连接符 118"/>
            <ns0:cNvCxnSpPr/>
            <ns0:nvPr/>
          </ns0:nvCxnSpPr>
          <ns0:spPr>
            <ns1:xfrm>
              <ns1:off x="10228870" y="-1827147"/>
              <ns1:ext cx="208749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8EA2A9">
                      <ns1:alpha val="0"/>
                    </ns1:srgbClr>
                  </ns1:gs>
                  <ns1:gs pos="100000">
                    <ns1:srgbClr val="8EA2A9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  <ns0:cxnSp>
          <ns0:nvCxnSpPr>
            <ns0:cNvPr id="15" name="直接连接符 119"/>
            <ns0:cNvCxnSpPr/>
            <ns0:nvPr/>
          </ns0:nvCxnSpPr>
          <ns0:spPr>
            <ns1:xfrm>
              <ns1:off x="10273345" y="-1876245"/>
              <ns1:ext cx="1065124" cy="0"/>
            </ns1:xfrm>
            <ns1:prstGeom prst="line">
              <ns1:avLst/>
            </ns1:prstGeom>
            <ns1:noFill/>
            <ns1:ln w="38100" cap="rnd" cmpd="sng" algn="ctr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0" scaled="1"/>
                <ns1:tileRect/>
              </ns1:gradFill>
              <ns1:prstDash val="solid"/>
              <ns1:round/>
            </ns1:ln>
            <ns1:effectLst/>
          </ns0:spPr>
        </ns0:cxnSp>
      </ns0:grpSp>
      <ns0:sp>
        <ns0:nvSpPr>
          <ns0:cNvPr id="16" name="文本框 120"/>
          <ns0:cNvSpPr txBox="1"/>
          <ns0:nvPr/>
        </ns0:nvSpPr>
        <ns0:spPr>
          <ns1:xfrm>
            <ns1:off x="6834481" y="2331947"/>
            <ns1:ext cx="798693" cy="52197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altLang="zh-CN" sz="2800" b="1" dirty="0">
                <ns1:gradFill flip="none" rotWithShape="1">
                  <ns1:gsLst>
                    <ns1:gs pos="0">
                      <ns1:srgbClr val="AD053D">
                        <ns1:alpha val="0"/>
                      </ns1:srgbClr>
                    </ns1:gs>
                    <ns1:gs pos="100000">
                      <ns1:srgbClr val="AD053D"/>
                    </ns1:gs>
                  </ns1:gsLst>
                  <ns1:lin ang="16200000" scaled="1"/>
                  <ns1:tileRect/>
                </ns1:gradFill>
                <ns1:latin typeface="Arial" panose="020B0604020202020204"/>
                <ns1:ea typeface="微软雅黑" panose="020B0503020204020204" pitchFamily="34" charset="-122"/>
              </ns1:rPr>
              <ns1:t>02</ns1:t>
            </ns1:r>
            <ns1:endParaRPr lang="zh-CN" altLang="en-US" sz="2800" b="1" dirty="0">
              <ns1:gradFill flip="none" rotWithShape="1">
                <ns1:gsLst>
                  <ns1:gs pos="0">
                    <ns1:srgbClr val="AD053D">
                      <ns1:alpha val="0"/>
                    </ns1:srgbClr>
                  </ns1:gs>
                  <ns1:gs pos="100000">
                    <ns1:srgbClr val="AD053D"/>
                  </ns1:gs>
                </ns1:gsLst>
                <ns1:lin ang="16200000" scaled="1"/>
                <ns1:tileRect/>
              </ns1:gradFill>
              <ns1:latin typeface="Arial" panose="020B0604020202020204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>
            <a:extLst>
              <a:ext uri="{FF2B5EF4-FFF2-40B4-BE49-F238E27FC236}">
                <a16:creationId xmlns:a16="http://schemas.microsoft.com/office/drawing/2014/main" id="{01767E06-9427-7B8F-F9AB-5190D68A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" y="36830"/>
            <a:ext cx="10034086" cy="480060"/>
          </a:xfrm>
        </p:spPr>
        <p:txBody>
          <a:bodyPr/>
          <a:lstStyle/>
          <a:p>
            <a:r>
              <a:rPr lang="zh-CN" altLang="en-US" dirty="0">
                <a:solidFill>
                  <a:srgbClr val="9F2240"/>
                </a:solidFill>
                <a:cs typeface="+mn-ea"/>
                <a:sym typeface="微软雅黑" panose="020B0503020204020204" pitchFamily="34" charset="-122"/>
              </a:rPr>
              <a:t>标题：</a:t>
            </a:r>
          </a:p>
        </p:txBody>
      </p:sp>
    </p:spTree>
  </p:cSld>
  <p:clrMapOvr>
    <a:masterClrMapping/>
  </p:clrMapOvr>
</p:sld>
</file>

<file path=ppt/slides/slide9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</ns0:cSld>
  <ns0:clrMapOvr>
    <ns1:masterClrMapping/>
  </ns0:clrMapOvr>
  <ns0:transition spd="slow"/>
</ns0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7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9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1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>
            <a:extLst>
              <a:ext uri="{FF2B5EF4-FFF2-40B4-BE49-F238E27FC236}">
                <a16:creationId xmlns:a16="http://schemas.microsoft.com/office/drawing/2014/main" id="{01767E06-9427-7B8F-F9AB-5190D68A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" y="36830"/>
            <a:ext cx="10034086" cy="480060"/>
          </a:xfrm>
        </p:spPr>
        <p:txBody>
          <a:bodyPr/>
          <a:lstStyle/>
          <a:p>
            <a:r>
              <a:rPr lang="zh-CN" altLang="en-US" dirty="0">
                <a:solidFill>
                  <a:srgbClr val="9F2240"/>
                </a:solidFill>
                <a:cs typeface="+mn-ea"/>
                <a:sym typeface="微软雅黑" panose="020B0503020204020204" pitchFamily="34" charset="-122"/>
              </a:rPr>
              <a:t>标题：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>
            <a:extLst>
              <a:ext uri="{FF2B5EF4-FFF2-40B4-BE49-F238E27FC236}">
                <a16:creationId xmlns:a16="http://schemas.microsoft.com/office/drawing/2014/main" id="{01767E06-9427-7B8F-F9AB-5190D68A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" y="36830"/>
            <a:ext cx="10034086" cy="480060"/>
          </a:xfrm>
        </p:spPr>
        <p:txBody>
          <a:bodyPr/>
          <a:lstStyle/>
          <a:p>
            <a:r>
              <a:rPr lang="zh-CN" altLang="en-US" dirty="0">
                <a:solidFill>
                  <a:srgbClr val="9F2240"/>
                </a:solidFill>
                <a:cs typeface="+mn-ea"/>
                <a:sym typeface="微软雅黑" panose="020B0503020204020204" pitchFamily="34" charset="-122"/>
              </a:rPr>
              <a:t>标题：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>
            <a:extLst>
              <a:ext uri="{FF2B5EF4-FFF2-40B4-BE49-F238E27FC236}">
                <a16:creationId xmlns:a16="http://schemas.microsoft.com/office/drawing/2014/main" id="{01767E06-9427-7B8F-F9AB-5190D68A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" y="36830"/>
            <a:ext cx="10034086" cy="480060"/>
          </a:xfrm>
        </p:spPr>
        <p:txBody>
          <a:bodyPr/>
          <a:lstStyle/>
          <a:p>
            <a:r>
              <a:rPr lang="zh-CN" altLang="en-US" dirty="0">
                <a:solidFill>
                  <a:srgbClr val="9F2240"/>
                </a:solidFill>
                <a:cs typeface="+mn-ea"/>
                <a:sym typeface="微软雅黑" panose="020B0503020204020204" pitchFamily="34" charset="-122"/>
              </a:rPr>
              <a:t>标题：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SIE2023">
  <a:themeElements>
    <a:clrScheme name="SIE">
      <a:dk1>
        <a:srgbClr val="000000"/>
      </a:dk1>
      <a:lt1>
        <a:srgbClr val="FFFFFF"/>
      </a:lt1>
      <a:dk2>
        <a:srgbClr val="778495"/>
      </a:dk2>
      <a:lt2>
        <a:srgbClr val="005392"/>
      </a:lt2>
      <a:accent1>
        <a:srgbClr val="AD053C"/>
      </a:accent1>
      <a:accent2>
        <a:srgbClr val="0096FF"/>
      </a:accent2>
      <a:accent3>
        <a:srgbClr val="FF9300"/>
      </a:accent3>
      <a:accent4>
        <a:srgbClr val="FEFB00"/>
      </a:accent4>
      <a:accent5>
        <a:srgbClr val="797979"/>
      </a:accent5>
      <a:accent6>
        <a:srgbClr val="8DF900"/>
      </a:accent6>
      <a:hlink>
        <a:srgbClr val="FF2600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2">
                <a:alpha val="50000"/>
              </a:schemeClr>
            </a:gs>
            <a:gs pos="50000">
              <a:schemeClr val="bg2">
                <a:alpha val="20000"/>
              </a:schemeClr>
            </a:gs>
            <a:gs pos="100000">
              <a:schemeClr val="bg2">
                <a:alpha val="0"/>
              </a:schemeClr>
            </a:gs>
          </a:gsLst>
          <a:lin ang="16200000" scaled="1"/>
          <a:tileRect/>
        </a:gradFill>
        <a:ln w="9525">
          <a:gradFill>
            <a:gsLst>
              <a:gs pos="5000">
                <a:schemeClr val="accent1">
                  <a:alpha val="0"/>
                </a:schemeClr>
              </a:gs>
              <a:gs pos="47000">
                <a:schemeClr val="accent1">
                  <a:alpha val="30000"/>
                </a:schemeClr>
              </a:gs>
              <a:gs pos="100000">
                <a:schemeClr val="accent1">
                  <a:alpha val="50000"/>
                </a:schemeClr>
              </a:gs>
            </a:gsLst>
            <a:lin ang="5400000" scaled="0"/>
          </a:gradFill>
        </a:ln>
      </a:spPr>
      <a:bodyPr rtlCol="0" anchor="ctr"/>
      <a:lstStyle>
        <a:defPPr algn="ctr" defTabSz="958215">
          <a:defRPr sz="110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4"/>
          </a:solidFill>
          <a:prstDash val="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IE2023" id="{137DF873-3572-9D41-A182-AA87B376A5D9}" vid="{A0EB889A-AE21-4547-9BA6-1ACE2AEAB144}"/>
    </a:ext>
  </a:extLst>
</a:theme>
</file>

<file path=ppt/theme/theme2.xml><?xml version="1.0" encoding="utf-8"?>
<a:theme xmlns:a="http://schemas.openxmlformats.org/drawingml/2006/main" name="3_Office 主题​​">
  <a:themeElements>
    <a:clrScheme name="新版空白演示配色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E0045"/>
      </a:accent1>
      <a:accent2>
        <a:srgbClr val="CC0256"/>
      </a:accent2>
      <a:accent3>
        <a:srgbClr val="FA9F42"/>
      </a:accent3>
      <a:accent4>
        <a:srgbClr val="2B4162"/>
      </a:accent4>
      <a:accent5>
        <a:srgbClr val="4E4E54"/>
      </a:accent5>
      <a:accent6>
        <a:srgbClr val="C9C9C9"/>
      </a:accent6>
      <a:hlink>
        <a:srgbClr val="8E0045"/>
      </a:hlink>
      <a:folHlink>
        <a:srgbClr val="BFBFBF"/>
      </a:folHlink>
    </a:clrScheme>
    <a:fontScheme name="eb95f307-4be9-4e5e-9956-17fe8ada382d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2">
                <a:alpha val="50000"/>
              </a:schemeClr>
            </a:gs>
            <a:gs pos="50000">
              <a:schemeClr val="bg2">
                <a:alpha val="20000"/>
              </a:schemeClr>
            </a:gs>
            <a:gs pos="100000">
              <a:schemeClr val="bg2">
                <a:alpha val="0"/>
              </a:schemeClr>
            </a:gs>
          </a:gsLst>
          <a:lin ang="16200000" scaled="1"/>
          <a:tileRect/>
        </a:gradFill>
        <a:ln w="9525">
          <a:gradFill>
            <a:gsLst>
              <a:gs pos="5000">
                <a:schemeClr val="accent1">
                  <a:alpha val="0"/>
                </a:schemeClr>
              </a:gs>
              <a:gs pos="47000">
                <a:schemeClr val="accent1">
                  <a:alpha val="30000"/>
                </a:schemeClr>
              </a:gs>
              <a:gs pos="100000">
                <a:schemeClr val="accent1">
                  <a:alpha val="50000"/>
                </a:schemeClr>
              </a:gs>
            </a:gsLst>
            <a:lin ang="5400000" scaled="0"/>
          </a:gradFill>
        </a:ln>
      </a:spPr>
      <a:bodyPr rtlCol="0" anchor="ctr"/>
      <a:lstStyle>
        <a:defPPr algn="ctr" defTabSz="958215">
          <a:defRPr sz="110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4"/>
          </a:solidFill>
          <a:prstDash val="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SIE2023</Template>
  <TotalTime>71</TotalTime>
  <Words>45</Words>
  <Application>Microsoft Office PowerPoint</Application>
  <PresentationFormat>宽屏</PresentationFormat>
  <Paragraphs>19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-apple-system</vt:lpstr>
      <vt:lpstr>等线</vt:lpstr>
      <vt:lpstr>宋体</vt:lpstr>
      <vt:lpstr>Microsoft YaHei</vt:lpstr>
      <vt:lpstr>Microsoft YaHei</vt:lpstr>
      <vt:lpstr>Arial</vt:lpstr>
      <vt:lpstr>Times New Roman</vt:lpstr>
      <vt:lpstr>Wingdings</vt:lpstr>
      <vt:lpstr>SIE2023</vt:lpstr>
      <vt:lpstr>3_Office 主题​​</vt:lpstr>
      <vt:lpstr>PowerPoint 演示文稿</vt:lpstr>
      <vt:lpstr>PowerPoint 演示文稿</vt:lpstr>
      <vt:lpstr>PowerPoint 演示文稿</vt:lpstr>
      <vt:lpstr>标题：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Aaron Wu</dc:creator>
  <cp:lastModifiedBy>陈虎</cp:lastModifiedBy>
  <cp:revision>7</cp:revision>
  <dcterms:created xsi:type="dcterms:W3CDTF">2023-09-19T02:25:33Z</dcterms:created>
  <dcterms:modified xsi:type="dcterms:W3CDTF">2026-04-02T13:54:08Z</dcterms:modified>
</cp:coreProperties>
</file>