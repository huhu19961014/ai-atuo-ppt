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4</a:t>
            </a:r>
          </a:p>
        </p:txBody>
      </p:sp>
    </p:spTree>
  </p:cSld>
  <p:clrMapOvr>
    <a:masterClrMapping/>
  </p:clrMapOvr>
</p:sld>
</file>

<file path=ppt/slides/slide5.xml><?xml version="1.0" encoding="utf-8"?>
<ns0:sld xmlns:ns0="http://schemas.openxmlformats.org/presentationml/2006/main" xmlns:ns1="http://schemas.openxmlformats.org/drawingml/2006/main">
  <ns0:cSld name="comparison_upgrade_reference"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731520" y="731520"/>
            <ns1:ext cx="7772400" cy="16459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t>价值：业务效能跃升</ns1:t>
            </ns1:r>
          </ns1:p>
          <ns1:p>
            <ns1:r>
              <ns1:t>传统人工追函模式</ns1:t>
            </ns1: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>
  <ns0:cSld name="pain_cards_reference"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731520" y="731520"/>
            <ns1:ext cx="7772400" cy="16459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t>痛点：标准不清晰</ns1:t>
            </ns1:r>
          </ns1:p>
          <ns1:p>
            <ns1:r>
              <ns1:t>链路难贯通</ns1:t>
            </ns1:r>
          </ns1:p>
          <ns1:p>
            <ns1:r>
              <ns1:t>组织协同慢</ns1:t>
            </ns1:r>
          </ns1:p>
        </ns0:txBody>
      </ns0:sp>
    </ns0:spTree>
  </ns0:cSld>
  <ns0:clrMapOvr>
    <ns1:masterClrMapping/>
  </ns0:clrMapOvr>
</ns0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15</a:t>
            </a:r>
          </a:p>
        </p:txBody>
      </p:sp>
    </p:spTree>
  </p:cSld>
  <p:clrMapOvr>
    <a:masterClrMapping/>
  </p:clrMapOvr>
</p:sld>
</file>

<file path=ppt/slides/slide16.xml><?xml version="1.0" encoding="utf-8"?>
<ns0:sld xmlns:ns0="http://schemas.openxmlformats.org/presentationml/2006/main" xmlns:ns1="http://schemas.openxmlformats.org/drawingml/2006/main">
  <ns0:cSld name="capability_ring_reference"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731520" y="731520"/>
            <ns1:ext cx="7772400" cy="16459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t>赛意追溯产品亮点</ns1:t>
            </ns1:r>
          </ns1:p>
          <ns1:p>
            <ns1:r>
              <ns1:t>AI智能识别</ns1:t>
            </ns1:r>
          </ns1:p>
        </ns0:txBody>
      </ns0:sp>
    </ns0:spTree>
  </ns0:cSld>
  <ns0:clrMapOvr>
    <ns1:masterClrMapping/>
  </ns0:clrMapOvr>
</ns0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Reference body slide 19</a:t>
            </a:r>
          </a:p>
        </p:txBody>
      </p:sp>
    </p:spTree>
  </p:cSld>
  <p:clrMapOvr>
    <a:masterClrMapping/>
  </p:clrMapOvr>
</p:sld>
</file>

<file path=ppt/slides/slide20.xml><?xml version="1.0" encoding="utf-8"?>
<ns0:sld xmlns:ns0="http://schemas.openxmlformats.org/presentationml/2006/main" xmlns:ns1="http://schemas.openxmlformats.org/drawingml/2006/main">
  <ns0:cSld name="five_phase_path_reference"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731520" y="731520"/>
            <ns1:ext cx="7772400" cy="16459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t>追溯管理-外部追溯推进路径</ns1:t>
            </ns1:r>
          </ns1:p>
          <ns1:p>
            <ns1:r>
              <ns1:t>阶段二 数据应用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